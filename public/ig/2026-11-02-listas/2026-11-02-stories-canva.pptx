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7151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OS LEÍMOS A TODAS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5152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Vuestras dudas sobre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los cursos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8964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3441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El viernes os preguntamos qué dudas teníais. Hoy os respondemos, una a una 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47750"/>
            <a:ext cx="8458200" cy="10928223"/>
          </a:xfrm>
          <a:prstGeom prst="roundRect">
            <a:avLst>
              <a:gd name="adj" fmla="val 4000"/>
            </a:avLst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1047750"/>
            <a:ext cx="7315200" cy="109282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Aquí va la pregunta real de la caja (toca la respuesta → Compartir). Sin nombre.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920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NOS PREGUNTÁIS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1921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¿Necesito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experiencia previa</a:t>
            </a:r>
            <a:r>
              <a:rPr sz="6900" i="0">
                <a:solidFill>
                  <a:srgbClr val="22232B"/>
                </a:solidFill>
                <a:latin typeface="Bodoni Moda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733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210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No, para nada. Empezamos por la base del oficio y te acompañamos paso a paso.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47750"/>
            <a:ext cx="8458200" cy="10320528"/>
          </a:xfrm>
          <a:prstGeom prst="roundRect">
            <a:avLst>
              <a:gd name="adj" fmla="val 4000"/>
            </a:avLst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1047750"/>
            <a:ext cx="7315200" cy="10320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Aquí va la pregunta real de la caja (toca la respuesta → Compartir). Sin nombre.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7824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NOS PREGUNTÁIS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825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¿Puedo hacerlo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sin dejar mi trabajo</a:t>
            </a:r>
            <a:r>
              <a:rPr sz="6900" i="0">
                <a:solidFill>
                  <a:srgbClr val="22232B"/>
                </a:solidFill>
                <a:latin typeface="Bodoni Moda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9637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411450"/>
            <a:ext cx="8458200" cy="182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Sí, está pensado justo para eso: lecciones cortas, a tu ritmo. Nosotras también empezamos así.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47750"/>
            <a:ext cx="8458200" cy="9712833"/>
          </a:xfrm>
          <a:prstGeom prst="roundRect">
            <a:avLst>
              <a:gd name="adj" fmla="val 4000"/>
            </a:avLst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1047750"/>
            <a:ext cx="7315200" cy="971283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Aquí va la pregunta real de la caja (toca la respuesta → Compartir). Sin nombre.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728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NOS PREGUNTÁIS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9729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¿Por qué curso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empiezo</a:t>
            </a:r>
            <a:r>
              <a:rPr sz="6900" i="0">
                <a:solidFill>
                  <a:srgbClr val="22232B"/>
                </a:solidFill>
                <a:latin typeface="Bodoni Moda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3541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01850"/>
            <a:ext cx="8458200" cy="2430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Por el Wedding Planner Bootcamp: 7 días, una boda de práctica y 4 herramientas. Si después sigues con el programa, te descontamos los 47 €.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5342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POR DÓNDE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33437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Wedding Planner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7156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768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CUÉNTANOS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27697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¿Has entrado ya a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cotillear</a:t>
            </a:r>
            <a:r>
              <a:rPr sz="6900" i="0">
                <a:solidFill>
                  <a:srgbClr val="22232B"/>
                </a:solidFill>
                <a:latin typeface="Bodoni Moda"/>
              </a:rPr>
              <a:t> la web?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6582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" y="9105900"/>
            <a:ext cx="8639175" cy="3695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9525000"/>
            <a:ext cx="78009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50" i="0">
                <a:solidFill>
                  <a:srgbClr val="22232B"/>
                </a:solidFill>
                <a:latin typeface="Jost"/>
              </a:rPr>
              <a:t>Sé sincera 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8250" y="102489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102489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22232B"/>
                </a:solidFill>
                <a:latin typeface="Jost"/>
              </a:rPr>
              <a:t>Sí, ¡ya la he visto!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8250" y="113919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50" y="113919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22232B"/>
                </a:solidFill>
                <a:latin typeface="Jost"/>
              </a:rPr>
              <a:t>Aún no, ¡ahora entro!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0293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¿TE QUEDA ALGUNA DUDA?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294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F3F3F5"/>
                </a:solidFill>
                <a:latin typeface="Bodoni Moda"/>
              </a:rPr>
              <a:t>Te lo contamos </a:t>
            </a:r>
            <a:r>
              <a:rPr sz="6900" i="1">
                <a:solidFill>
                  <a:srgbClr val="D9A2A6"/>
                </a:solidFill>
                <a:latin typeface="Bodoni Moda"/>
              </a:rPr>
              <a:t>todo por DM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210675"/>
            <a:ext cx="1143000" cy="28575"/>
          </a:xfrm>
          <a:prstGeom prst="rect">
            <a:avLst/>
          </a:prstGeom>
          <a:solidFill>
            <a:srgbClr val="D9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583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F3F3F5"/>
                </a:solidFill>
                <a:latin typeface="Jost"/>
              </a:rPr>
              <a:t>Escríbenos esta palabra y te mandamos la web y por dónde empezar: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11287125"/>
            <a:ext cx="4191000" cy="9525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D9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00" y="11287125"/>
            <a:ext cx="4191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300" i="0">
                <a:solidFill>
                  <a:srgbClr val="F3F3F5"/>
                </a:solidFill>
                <a:latin typeface="Jost"/>
              </a:rPr>
              <a:t>CURSO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EB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0"/>
            <a:ext cx="9144000" cy="914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FOTO (cámbiala en Canva)</a:t>
            </a:r>
          </a:p>
          <a:p>
            <a:pPr algn="ctr"/>
            <a:r>
              <a:rPr sz="2550" i="0">
                <a:solidFill>
                  <a:srgbClr val="6B6D78"/>
                </a:solidFill>
                <a:latin typeface="Jost"/>
              </a:rPr>
              <a:t>Aquí va una foto: una de vosotras (o vuestras manos) con el portátil, un cuaderno y un café, luz natural.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62763"/>
            <a:ext cx="9372600" cy="4277487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48740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WEDDING PLANNER 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287500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Un día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dentro</a:t>
            </a:r>
            <a:r>
              <a:rPr sz="6900" i="0">
                <a:solidFill>
                  <a:srgbClr val="22232B"/>
                </a:solidFill>
                <a:latin typeface="Bodoni Moda"/>
              </a:rPr>
              <a:t> del Bootcamp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6782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5342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UNA LECCIÓN AL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33437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El método Nubes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en 7 días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7156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0293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WEDDING PLANNER BOOTCAMP · 47 €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294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F3F3F5"/>
                </a:solidFill>
                <a:latin typeface="Bodoni Moda"/>
              </a:rPr>
              <a:t>¿Empiezas </a:t>
            </a:r>
            <a:r>
              <a:rPr sz="6900" i="1">
                <a:solidFill>
                  <a:srgbClr val="D9A2A6"/>
                </a:solidFill>
                <a:latin typeface="Bodoni Moda"/>
              </a:rPr>
              <a:t>tu Bootcamp</a:t>
            </a:r>
            <a:r>
              <a:rPr sz="6900" i="0">
                <a:solidFill>
                  <a:srgbClr val="F3F3F5"/>
                </a:solidFill>
                <a:latin typeface="Bodoni Moda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210675"/>
            <a:ext cx="1143000" cy="28575"/>
          </a:xfrm>
          <a:prstGeom prst="rect">
            <a:avLst/>
          </a:prstGeom>
          <a:solidFill>
            <a:srgbClr val="D9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583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F3F3F5"/>
                </a:solidFill>
                <a:latin typeface="Jost"/>
              </a:rPr>
              <a:t>Enlace en la bio, o escríbenos por DM y te lo mandamos: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11287125"/>
            <a:ext cx="4191000" cy="9525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D9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00" y="11287125"/>
            <a:ext cx="4191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300" i="0">
                <a:solidFill>
                  <a:srgbClr val="F3F3F5"/>
                </a:solidFill>
                <a:latin typeface="Jost"/>
              </a:rPr>
              <a:t>CURSO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