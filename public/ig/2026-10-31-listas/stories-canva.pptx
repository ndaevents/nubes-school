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3167359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5154929"/>
            <a:ext cx="72390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i="0">
                <a:solidFill>
                  <a:srgbClr val="22232B"/>
                </a:solidFill>
                <a:latin typeface="Jost"/>
              </a:rPr>
              <a:t>Aquí va una foto: una taza de café junto a una libreta abierta y luz de mañana (vuestra mesa de fin de semana; sin caras de novios)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453109"/>
            <a:ext cx="8458200" cy="33108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SÁBADO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Un rato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para ti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Ese café de sábado también puede ser el primer paso hacia lo que llevas tiempo soñando.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3167359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5154929"/>
            <a:ext cx="72390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i="0">
                <a:solidFill>
                  <a:srgbClr val="22232B"/>
                </a:solidFill>
                <a:latin typeface="Jost"/>
              </a:rPr>
              <a:t>Aquí va una foto: captura de la web: sección del Wedding Planner Bootcamp dentro de un móvil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453109"/>
            <a:ext cx="8458200" cy="33108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POR DÓNDE EMPEZAR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Bootcamp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7 días · una boda de práctica · 4 herramientas</a:t>
            </a:r>
            <a:br/>
            <a:r>
              <a:rPr sz="28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47750"/>
            <a:ext cx="8458200" cy="15144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DOMINGO</a:t>
            </a:r>
          </a:p>
          <a:p>
            <a:pPr>
              <a:lnSpc>
                <a:spcPct val="100000"/>
              </a:lnSpc>
            </a:pPr>
            <a:r>
              <a:rPr sz="7200" i="0">
                <a:solidFill>
                  <a:srgbClr val="22232B"/>
                </a:solidFill>
                <a:latin typeface="Bodoni Moda"/>
              </a:rPr>
              <a:t>Domingo de </a:t>
            </a:r>
            <a:r>
              <a:rPr sz="7200" i="1">
                <a:solidFill>
                  <a:srgbClr val="22232B"/>
                </a:solidFill>
                <a:latin typeface="Bodoni Moda"/>
              </a:rPr>
              <a:t>planificar</a:t>
            </a:r>
            <a:r>
              <a:rPr sz="7200" i="0">
                <a:solidFill>
                  <a:srgbClr val="22232B"/>
                </a:solidFill>
                <a:latin typeface="Bodoni Moda"/>
              </a:rPr>
              <a:t> la semana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¿Esta semana le haces un hueco a tu sueño?</a:t>
            </a:r>
          </a:p>
          <a:p>
            <a:pPr algn="ctr">
              <a:spcBef>
                <a:spcPts val="5000"/>
              </a:spcBef>
            </a:pPr>
            <a:r>
              <a:rPr sz="9000" i="0">
                <a:solidFill>
                  <a:srgbClr val="22232B"/>
                </a:solidFill>
                <a:latin typeface="Jost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3167359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5154929"/>
            <a:ext cx="7239000" cy="2857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i="0">
                <a:solidFill>
                  <a:srgbClr val="22232B"/>
                </a:solidFill>
                <a:latin typeface="Jost"/>
              </a:rPr>
              <a:t>Aquí va una foto: captura de la web: precio del Wedding Planner Bootcamp dentro de un móvil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453109"/>
            <a:ext cx="8458200" cy="33108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UNA LECCIÓN AL DÍA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7 días para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empezar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6B6D78"/>
                </a:solidFill>
                <a:latin typeface="Jost"/>
              </a:rPr>
              <a:t>Wedding Planner Bootcamp</a:t>
            </a:r>
            <a:br/>
            <a:r>
              <a:rPr sz="28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47750"/>
            <a:ext cx="8458200" cy="15144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3000"/>
              </a:spcAft>
            </a:pPr>
            <a:r>
              <a:rPr sz="2400" i="0" spc="800">
                <a:solidFill>
                  <a:srgbClr val="F3F3F5"/>
                </a:solidFill>
                <a:latin typeface="Jost"/>
              </a:rPr>
              <a:t>MAÑANA ES LUNES</a:t>
            </a:r>
          </a:p>
          <a:p>
            <a:pPr>
              <a:lnSpc>
                <a:spcPct val="100000"/>
              </a:lnSpc>
            </a:pPr>
            <a:r>
              <a:rPr sz="7200" i="0">
                <a:solidFill>
                  <a:srgbClr val="F3F3F5"/>
                </a:solidFill>
                <a:latin typeface="Bodoni Moda"/>
              </a:rPr>
              <a:t>¿Empiezas </a:t>
            </a:r>
            <a:r>
              <a:rPr sz="7200" i="1">
                <a:solidFill>
                  <a:srgbClr val="F3F3F5"/>
                </a:solidFill>
                <a:latin typeface="Bodoni Moda"/>
              </a:rPr>
              <a:t>el lunes</a:t>
            </a:r>
            <a:r>
              <a:rPr sz="7200" i="0">
                <a:solidFill>
                  <a:srgbClr val="F3F3F5"/>
                </a:solidFill>
                <a:latin typeface="Bodoni Moda"/>
              </a:rPr>
              <a:t>?</a:t>
            </a:r>
          </a:p>
          <a:p>
            <a:pPr>
              <a:lnSpc>
                <a:spcPct val="140000"/>
              </a:lnSpc>
              <a:spcBef>
                <a:spcPts val="3600"/>
              </a:spcBef>
            </a:pPr>
            <a:r>
              <a:rPr sz="2800" i="0">
                <a:solidFill>
                  <a:srgbClr val="F3F3F5"/>
                </a:solidFill>
                <a:latin typeface="Jost"/>
              </a:rPr>
              <a:t>Escríbenos esta palabra por DM y te mandamos la web y por dónde empezar.</a:t>
            </a:r>
          </a:p>
          <a:p>
            <a:pPr>
              <a:spcBef>
                <a:spcPts val="4800"/>
              </a:spcBef>
            </a:pPr>
            <a:r>
              <a:rPr sz="2200" i="0" spc="500">
                <a:solidFill>
                  <a:srgbClr val="F3F3F5"/>
                </a:solidFill>
                <a:latin typeface="Jost"/>
              </a:rPr>
              <a:t>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