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05840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05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344150"/>
            <a:ext cx="8458200" cy="6419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SÁBADO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Un rato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para ti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Ese café de sábado también puede ser el primer paso hacia lo que llevas tiempo soñando.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05840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39" y="0"/>
            <a:ext cx="8046720" cy="1005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344150"/>
            <a:ext cx="8458200" cy="6419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POR DÓNDE EMPEZAR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Wedding Planner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Bootcamp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7 días · una boda de práctica · 4 herramientas</a:t>
            </a:r>
            <a:br/>
            <a:r>
              <a:rPr sz="2500" i="0">
                <a:solidFill>
                  <a:srgbClr val="6B6D78"/>
                </a:solidFill>
                <a:latin typeface="Jost"/>
              </a:rPr>
              <a:t>47 € IVA incluido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412480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412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698230"/>
            <a:ext cx="8458200" cy="80657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DOMINGO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Domingo de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planificar</a:t>
            </a:r>
            <a:r>
              <a:rPr sz="5700" i="0">
                <a:solidFill>
                  <a:srgbClr val="22232B"/>
                </a:solidFill>
                <a:latin typeface="Bodoni Moda"/>
              </a:rPr>
              <a:t> la semana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¿Esta semana le haces un hueco a tu sueño?</a:t>
            </a:r>
          </a:p>
          <a:p>
            <a:pPr algn="ctr">
              <a:spcBef>
                <a:spcPts val="5000"/>
              </a:spcBef>
            </a:pPr>
            <a:r>
              <a:rPr sz="9000" i="0">
                <a:solidFill>
                  <a:srgbClr val="22232B"/>
                </a:solidFill>
                <a:latin typeface="Jost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05840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39" y="0"/>
            <a:ext cx="8046720" cy="1005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344150"/>
            <a:ext cx="8458200" cy="6419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UNA LECCIÓN AL DÍA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22232B"/>
                </a:solidFill>
                <a:latin typeface="Bodoni Moda"/>
              </a:rPr>
              <a:t>7 días para </a:t>
            </a:r>
            <a:r>
              <a:rPr sz="5700" i="1">
                <a:solidFill>
                  <a:srgbClr val="22232B"/>
                </a:solidFill>
                <a:latin typeface="Bodoni Moda"/>
              </a:rPr>
              <a:t>empezar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6B6D78"/>
                </a:solidFill>
                <a:latin typeface="Jost"/>
              </a:rPr>
              <a:t>Wedding Planner Bootcamp</a:t>
            </a:r>
            <a:br/>
            <a:r>
              <a:rPr sz="2500" i="0">
                <a:solidFill>
                  <a:srgbClr val="6B6D78"/>
                </a:solidFill>
                <a:latin typeface="Jost"/>
              </a:rPr>
              <a:t>47 € IVA incluido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412480"/>
          </a:xfrm>
          <a:prstGeom prst="rect">
            <a:avLst/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412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698230"/>
            <a:ext cx="8458200" cy="80657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0"/>
              </a:spcAft>
            </a:pPr>
            <a:r>
              <a:rPr sz="2400" i="0" spc="800">
                <a:solidFill>
                  <a:srgbClr val="F3F3F5"/>
                </a:solidFill>
                <a:latin typeface="Jost"/>
              </a:rPr>
              <a:t>MAÑANA ES LUNES</a:t>
            </a:r>
          </a:p>
          <a:p>
            <a:pPr algn="ctr">
              <a:lnSpc>
                <a:spcPct val="100000"/>
              </a:lnSpc>
            </a:pPr>
            <a:r>
              <a:rPr sz="5700" i="0">
                <a:solidFill>
                  <a:srgbClr val="F3F3F5"/>
                </a:solidFill>
                <a:latin typeface="Bodoni Moda"/>
              </a:rPr>
              <a:t>¿Empiezas </a:t>
            </a:r>
            <a:r>
              <a:rPr sz="5700" i="1">
                <a:solidFill>
                  <a:srgbClr val="F3F3F5"/>
                </a:solidFill>
                <a:latin typeface="Bodoni Moda"/>
              </a:rPr>
              <a:t>el lunes</a:t>
            </a:r>
            <a:r>
              <a:rPr sz="5700" i="0">
                <a:solidFill>
                  <a:srgbClr val="F3F3F5"/>
                </a:solidFill>
                <a:latin typeface="Bodoni Moda"/>
              </a:rPr>
              <a:t>?</a:t>
            </a:r>
          </a:p>
          <a:p>
            <a:pPr algn="ctr">
              <a:lnSpc>
                <a:spcPct val="140000"/>
              </a:lnSpc>
              <a:spcBef>
                <a:spcPts val="2000"/>
              </a:spcBef>
            </a:pPr>
            <a:r>
              <a:rPr sz="2500" i="0">
                <a:solidFill>
                  <a:srgbClr val="F3F3F5"/>
                </a:solidFill>
                <a:latin typeface="Jost"/>
              </a:rPr>
              <a:t>Escríbenos esta palabra por DM y te mandamos la web y por dónde empezar.</a:t>
            </a:r>
          </a:p>
          <a:p>
            <a:pPr algn="ctr">
              <a:spcBef>
                <a:spcPts val="2800"/>
              </a:spcBef>
            </a:pPr>
            <a:r>
              <a:rPr sz="2200" i="0" spc="500">
                <a:solidFill>
                  <a:srgbClr val="F3F3F5"/>
                </a:solidFill>
                <a:latin typeface="Jost"/>
              </a:rPr>
              <a:t>CURSO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