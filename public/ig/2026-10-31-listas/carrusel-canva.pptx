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92583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3200400"/>
            <a:ext cx="72390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i="0">
                <a:solidFill>
                  <a:srgbClr val="22232B"/>
                </a:solidFill>
                <a:latin typeface="Jost"/>
              </a:rPr>
              <a:t>Aquí va una foto: vuestra mesa de trabajo un sábado por la mañana: portátil, libreta, café y unas flores (manos de Pilar o Ainoa, sin caras de parejas ni alumnas)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44050"/>
            <a:ext cx="8458200" cy="3028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PARA ESTE FIN DE SEMANA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Si este finde tienes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un rato</a:t>
            </a:r>
            <a:r>
              <a:rPr sz="5700" i="0">
                <a:solidFill>
                  <a:srgbClr val="22232B"/>
                </a:solidFill>
                <a:latin typeface="Bodoni Moda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47750"/>
            <a:ext cx="8458200" cy="9715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HOY</a:t>
            </a:r>
          </a:p>
          <a:p>
            <a:pPr>
              <a:lnSpc>
                <a:spcPct val="100000"/>
              </a:lnSpc>
            </a:pPr>
            <a:r>
              <a:rPr sz="7200" i="0">
                <a:solidFill>
                  <a:srgbClr val="22232B"/>
                </a:solidFill>
                <a:latin typeface="Bodoni Moda"/>
              </a:rPr>
              <a:t>Empiezas el </a:t>
            </a:r>
            <a:r>
              <a:rPr sz="7200" i="1">
                <a:solidFill>
                  <a:srgbClr val="22232B"/>
                </a:solidFill>
                <a:latin typeface="Bodoni Moda"/>
              </a:rPr>
              <a:t>Bootcamp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Una lección al día, a tu ritmo, desde el sofá o la mesa de la cocina. Sin dejar tu trabajo y sin experiencia previa.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47750"/>
            <a:ext cx="8458200" cy="9715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DURANTE LA SEMANA</a:t>
            </a:r>
          </a:p>
          <a:p>
            <a:pPr>
              <a:lnSpc>
                <a:spcPct val="100000"/>
              </a:lnSpc>
            </a:pPr>
            <a:r>
              <a:rPr sz="7200" i="0">
                <a:solidFill>
                  <a:srgbClr val="22232B"/>
                </a:solidFill>
                <a:latin typeface="Bodoni Moda"/>
              </a:rPr>
              <a:t>Planificas tu boda </a:t>
            </a:r>
            <a:r>
              <a:rPr sz="7200" i="1">
                <a:solidFill>
                  <a:srgbClr val="22232B"/>
                </a:solidFill>
                <a:latin typeface="Bodoni Moda"/>
              </a:rPr>
              <a:t>de práctica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Clara y Marc: 110 invitados, Costa Brava, 38.000 € de presupuesto. Con nuestras 4 herramientas y con nosotras en el grupo de WhatsApp.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47750"/>
            <a:ext cx="8458200" cy="9715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3000"/>
              </a:spcAft>
            </a:pPr>
            <a:r>
              <a:rPr sz="2400" i="0" spc="800">
                <a:solidFill>
                  <a:srgbClr val="F3F3F5"/>
                </a:solidFill>
                <a:latin typeface="Jost"/>
              </a:rPr>
              <a:t>EL PRÓXIMO SÁBADO</a:t>
            </a:r>
          </a:p>
          <a:p>
            <a:pPr>
              <a:lnSpc>
                <a:spcPct val="100000"/>
              </a:lnSpc>
            </a:pPr>
            <a:r>
              <a:rPr sz="7200" i="0">
                <a:solidFill>
                  <a:srgbClr val="F3F3F5"/>
                </a:solidFill>
                <a:latin typeface="Bodoni Moda"/>
              </a:rPr>
              <a:t>Tu primera boda, </a:t>
            </a:r>
            <a:r>
              <a:rPr sz="7200" i="1">
                <a:solidFill>
                  <a:srgbClr val="F3F3F5"/>
                </a:solidFill>
                <a:latin typeface="Bodoni Moda"/>
              </a:rPr>
              <a:t>planificada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F3F3F5"/>
                </a:solidFill>
                <a:latin typeface="Jost"/>
              </a:rPr>
              <a:t>Y el día 7, tu diagnóstico para saber cuál es tu siguiente paso.</a:t>
            </a:r>
            <a:br/>
            <a:r>
              <a:rPr sz="2800" i="0">
                <a:solidFill>
                  <a:srgbClr val="F3F3F5"/>
                </a:solidFill>
                <a:latin typeface="Jost"/>
              </a:rPr>
              <a:t>Wedding Planner Bootcamp · 47 € IVA incluido</a:t>
            </a:r>
          </a:p>
          <a:p>
            <a:pPr>
              <a:spcBef>
                <a:spcPts val="4800"/>
              </a:spcBef>
            </a:pPr>
            <a:r>
              <a:rPr sz="2200" i="0" spc="500">
                <a:solidFill>
                  <a:srgbClr val="F3F3F5"/>
                </a:solidFill>
                <a:latin typeface="Jost"/>
              </a:rPr>
              <a:t>ESCRÍBENOS 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