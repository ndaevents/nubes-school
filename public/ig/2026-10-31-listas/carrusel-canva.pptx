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7972425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97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58175"/>
            <a:ext cx="8458200" cy="4314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PARA ESTE FIN DE SEMANA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Si este finde tienes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un rato</a:t>
            </a:r>
            <a:r>
              <a:rPr sz="5700" i="0">
                <a:solidFill>
                  <a:srgbClr val="22232B"/>
                </a:solidFill>
                <a:latin typeface="Bodoni Moda"/>
              </a:rPr>
              <a:t>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915025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490" y="0"/>
            <a:ext cx="4732020" cy="5915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00775"/>
            <a:ext cx="8458200" cy="6372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HOY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Empiezas el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Bootcamp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6B6D78"/>
                </a:solidFill>
                <a:latin typeface="Jost"/>
              </a:rPr>
              <a:t>Una lección al día, a tu ritmo, desde el sofá o la mesa de la cocina. Sin dejar tu trabajo y sin experiencia previa.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571500"/>
            <a:ext cx="19431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100" i="0" spc="400">
                <a:solidFill>
                  <a:srgbClr val="8E5A5E"/>
                </a:solidFill>
                <a:latin typeface="Jost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915025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915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00775"/>
            <a:ext cx="8458200" cy="6372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DURANTE LA SEMANA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Planificas tu boda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de práctica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6B6D78"/>
                </a:solidFill>
                <a:latin typeface="Jost"/>
              </a:rPr>
              <a:t>Clara y Marc: 110 invitados, Costa Brava, 38.000 € de presupuesto. Con nuestras 4 herramientas y con nosotras en el grupo de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571500"/>
            <a:ext cx="19431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100" i="0" spc="400">
                <a:solidFill>
                  <a:srgbClr val="8E5A5E"/>
                </a:solidFill>
                <a:latin typeface="Jost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4629150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914900"/>
            <a:ext cx="8458200" cy="7658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F3F3F5"/>
                </a:solidFill>
                <a:latin typeface="Jost"/>
              </a:rPr>
              <a:t>EL PRÓXIMO SÁBADO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F3F3F5"/>
                </a:solidFill>
                <a:latin typeface="Bodoni Moda"/>
              </a:rPr>
              <a:t>Tu primera boda, </a:t>
            </a:r>
            <a:r>
              <a:rPr sz="5700" i="1">
                <a:solidFill>
                  <a:srgbClr val="F3F3F5"/>
                </a:solidFill>
                <a:latin typeface="Bodoni Moda"/>
              </a:rPr>
              <a:t>planificada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F3F3F5"/>
                </a:solidFill>
                <a:latin typeface="Jost"/>
              </a:rPr>
              <a:t>Y el día 7, tu diagnóstico para saber cuál es tu siguiente paso.</a:t>
            </a:r>
            <a:br/>
            <a:r>
              <a:rPr sz="2500" i="0">
                <a:solidFill>
                  <a:srgbClr val="F3F3F5"/>
                </a:solidFill>
                <a:latin typeface="Jost"/>
              </a:rPr>
              <a:t>Wedding Planner Bootcamp · 47 € IVA incluido</a:t>
            </a:r>
          </a:p>
          <a:p>
            <a:pPr algn="ctr">
              <a:spcBef>
                <a:spcPts val="2800"/>
              </a:spcBef>
            </a:pPr>
            <a:r>
              <a:rPr sz="2200" i="0" spc="500">
                <a:solidFill>
                  <a:srgbClr val="F3F3F5"/>
                </a:solidFill>
                <a:latin typeface="Jost"/>
              </a:rPr>
              <a:t>ESCRÍBENOS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571500"/>
            <a:ext cx="19431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100" i="0" spc="400">
                <a:solidFill>
                  <a:srgbClr val="8E5A5E"/>
                </a:solidFill>
                <a:latin typeface="Jost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