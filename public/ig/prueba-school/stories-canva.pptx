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287000" cy="1828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3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47750"/>
            <a:ext cx="8458200" cy="15144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3000"/>
              </a:spcAft>
            </a:pPr>
            <a:r>
              <a:rPr sz="2400" i="0" spc="800">
                <a:solidFill>
                  <a:srgbClr val="8E5A5E"/>
                </a:solidFill>
                <a:latin typeface="Jost"/>
              </a:rPr>
              <a:t>WEDDING PLANNER BOOTCAMP</a:t>
            </a:r>
          </a:p>
          <a:p>
            <a:pPr>
              <a:lnSpc>
                <a:spcPct val="100000"/>
              </a:lnSpc>
            </a:pPr>
            <a:r>
              <a:rPr sz="7200" i="0">
                <a:solidFill>
                  <a:srgbClr val="22232B"/>
                </a:solidFill>
                <a:latin typeface="Bodoni Moda"/>
              </a:rPr>
              <a:t>Tu primera boda, </a:t>
            </a:r>
            <a:r>
              <a:rPr sz="7200" i="1">
                <a:solidFill>
                  <a:srgbClr val="22232B"/>
                </a:solidFill>
                <a:latin typeface="Bodoni Moda"/>
              </a:rPr>
              <a:t>de principio</a:t>
            </a:r>
            <a:r>
              <a:rPr sz="7200" i="0">
                <a:solidFill>
                  <a:srgbClr val="22232B"/>
                </a:solidFill>
                <a:latin typeface="Bodoni Moda"/>
              </a:rPr>
              <a:t> a fin</a:t>
            </a:r>
          </a:p>
          <a:p>
            <a:pPr>
              <a:lnSpc>
                <a:spcPct val="140000"/>
              </a:lnSpc>
              <a:spcBef>
                <a:spcPts val="3600"/>
              </a:spcBef>
            </a:pPr>
            <a:r>
              <a:rPr sz="2800" i="0">
                <a:solidFill>
                  <a:srgbClr val="6B6D78"/>
                </a:solidFill>
                <a:latin typeface="Jost"/>
              </a:rPr>
              <a:t>7 días · 47 € IVA incluido</a:t>
            </a:r>
          </a:p>
          <a:p>
            <a:pPr algn="ctr">
              <a:spcBef>
                <a:spcPts val="5000"/>
              </a:spcBef>
            </a:pPr>
            <a:r>
              <a:rPr sz="9000" i="0">
                <a:solidFill>
                  <a:srgbClr val="22232B"/>
                </a:solidFill>
                <a:latin typeface="Jost"/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23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47750"/>
            <a:ext cx="8458200" cy="151447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7200" i="0">
                <a:solidFill>
                  <a:srgbClr val="F3F3F5"/>
                </a:solidFill>
                <a:latin typeface="Bodoni Moda"/>
              </a:rPr>
              <a:t>¿Qué te </a:t>
            </a:r>
            <a:r>
              <a:rPr sz="7200" i="1">
                <a:solidFill>
                  <a:srgbClr val="F3F3F5"/>
                </a:solidFill>
                <a:latin typeface="Bodoni Moda"/>
              </a:rPr>
              <a:t>frena</a:t>
            </a:r>
            <a:r>
              <a:rPr sz="7200" i="0">
                <a:solidFill>
                  <a:srgbClr val="F3F3F5"/>
                </a:solidFill>
                <a:latin typeface="Bodoni Moda"/>
              </a:rPr>
              <a:t>?</a:t>
            </a:r>
          </a:p>
          <a:p>
            <a:pPr>
              <a:spcBef>
                <a:spcPts val="4800"/>
              </a:spcBef>
            </a:pPr>
            <a:r>
              <a:rPr sz="2200" i="0" spc="500">
                <a:solidFill>
                  <a:srgbClr val="F3F3F5"/>
                </a:solidFill>
                <a:latin typeface="Jost"/>
              </a:rPr>
              <a:t>CUÉNTANOSLO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