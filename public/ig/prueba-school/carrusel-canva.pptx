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9258300"/>
          </a:xfrm>
          <a:prstGeom prst="rect">
            <a:avLst/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0" y="3200400"/>
            <a:ext cx="7239000" cy="2857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i="0">
                <a:solidFill>
                  <a:srgbClr val="22232B"/>
                </a:solidFill>
                <a:latin typeface="Jost"/>
              </a:rPr>
              <a:t>Aquí va una foto: escritorio con agenda y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44050"/>
            <a:ext cx="8458200" cy="3028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700" i="0">
                <a:solidFill>
                  <a:srgbClr val="22232B"/>
                </a:solidFill>
                <a:latin typeface="Bodoni Moda"/>
              </a:rPr>
              <a:t>De la oficina a las </a:t>
            </a:r>
            <a:r>
              <a:rPr sz="5700" i="1">
                <a:solidFill>
                  <a:srgbClr val="22232B"/>
                </a:solidFill>
                <a:latin typeface="Bodoni Moda"/>
              </a:rPr>
              <a:t>bodas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