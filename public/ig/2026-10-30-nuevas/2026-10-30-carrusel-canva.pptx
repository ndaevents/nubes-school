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0"/>
            <a:ext cx="9144000" cy="6429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una foto: la de portada de la web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781294"/>
            <a:ext cx="9372600" cy="6029706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0555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HOY ABRIMOS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105650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La escuela que nos habría gustado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tener a nosotras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2203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668000"/>
            <a:ext cx="8458200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Todo lo que encontrarás dentro → desliza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753100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06755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753100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06755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5735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TRES CAMINOS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57450"/>
            <a:ext cx="8458200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Elige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cómo quieres</a:t>
            </a:r>
            <a:r>
              <a:rPr sz="6300" i="0">
                <a:solidFill>
                  <a:srgbClr val="22232B"/>
                </a:solidFill>
                <a:latin typeface="Bodoni Moda"/>
              </a:rPr>
              <a:t> recorrerlo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66725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14925"/>
            <a:ext cx="8458200" cy="6076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1">
                <a:solidFill>
                  <a:srgbClr val="8E5A5E"/>
                </a:solidFill>
                <a:latin typeface="Jost"/>
              </a:rPr>
              <a:t>Online · 590 €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Aprende el oficio a tu ritmo.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3300" i="1">
                <a:solidFill>
                  <a:srgbClr val="8E5A5E"/>
                </a:solidFill>
                <a:latin typeface="Jost"/>
              </a:rPr>
              <a:t>Completo · 1.990 €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Lanza tu negocio acompañada.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3300" i="1">
                <a:solidFill>
                  <a:srgbClr val="8E5A5E"/>
                </a:solidFill>
                <a:latin typeface="Jost"/>
              </a:rPr>
              <a:t>Signature · 3.500 €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Lujo y bodas destino, con Nubes.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IVA incluido. También a plazos.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753100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06755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0"/>
            <a:ext cx="9144000" cy="6429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una foto: el workshop presencial (alumnas trabajando)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965822"/>
            <a:ext cx="9372600" cy="4845177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4961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96275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Aprender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haciendo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107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0584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Un fin de semana presencial en la Costa Brava, con proveedores reales.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94335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NUESTRA PROMESA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43450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F3F3F5"/>
                </a:solidFill>
                <a:latin typeface="Bodoni Moda"/>
              </a:rPr>
              <a:t>No soltaremos tu mano hasta que consigas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tu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7848600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96275"/>
            <a:ext cx="8458200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Pilar y Ainoa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F3F3F5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D9A2A6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4004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TE ESPERAMOS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0525"/>
            <a:ext cx="8458200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¿Entras a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cotillear</a:t>
            </a:r>
            <a:r>
              <a:rPr sz="63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4103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El enlace está en nuestra bio. O escríbenos por DM y te lo mandamos: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8486775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8E5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8486775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22232B"/>
                </a:solidFill>
                <a:latin typeface="Jost"/>
              </a:rPr>
              <a:t>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