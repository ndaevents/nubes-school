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sotras-10-anos.jpg"/>
          <p:cNvPicPr>
            <a:picLocks noChangeAspect="1"/>
          </p:cNvPicPr>
          <p:nvPr/>
        </p:nvPicPr>
        <p:blipFill>
          <a:blip r:embed="rId2"/>
          <a:srcRect t="6656" b="9984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5781294"/>
            <a:ext cx="9372600" cy="6029706"/>
          </a:xfrm>
          <a:prstGeom prst="roundRect">
            <a:avLst>
              <a:gd name="adj" fmla="val 6000"/>
            </a:avLst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3055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HOY ABRIMOS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105650"/>
            <a:ext cx="845820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La escuela que nos habría gustado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tener a nosotras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2203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668000"/>
            <a:ext cx="8458200" cy="607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Todo lo que encontrarás dentro → desliza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753100"/>
            <a:ext cx="84582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x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7067550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753100"/>
            <a:ext cx="84582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x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7067550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573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TRES CAMINOS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57450"/>
            <a:ext cx="845820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Elige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cómo quieres</a:t>
            </a:r>
            <a:r>
              <a:rPr sz="6300" i="0">
                <a:solidFill>
                  <a:srgbClr val="22232B"/>
                </a:solidFill>
                <a:latin typeface="Bodoni Moda"/>
              </a:rPr>
              <a:t> recorrerlo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667250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14925"/>
            <a:ext cx="8458200" cy="6076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1">
                <a:solidFill>
                  <a:srgbClr val="8E5A5E"/>
                </a:solidFill>
                <a:latin typeface="Jost"/>
              </a:rPr>
              <a:t>Online · 590 €</a:t>
            </a: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Aprende el oficio a tu ritmo.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3300" i="1">
                <a:solidFill>
                  <a:srgbClr val="8E5A5E"/>
                </a:solidFill>
                <a:latin typeface="Jost"/>
              </a:rPr>
              <a:t>Completo · 1.990 €</a:t>
            </a: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Lanza tu negocio acompañada.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3300" i="1">
                <a:solidFill>
                  <a:srgbClr val="8E5A5E"/>
                </a:solidFill>
                <a:latin typeface="Jost"/>
              </a:rPr>
              <a:t>Signature · 3.500 €</a:t>
            </a: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Lujo y bodas destino, con Nubes.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IVA incluido. También a plazos.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753100"/>
            <a:ext cx="84582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x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7067550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s-077.jpg"/>
          <p:cNvPicPr>
            <a:picLocks noChangeAspect="1"/>
          </p:cNvPicPr>
          <p:nvPr/>
        </p:nvPicPr>
        <p:blipFill>
          <a:blip r:embed="rId2"/>
          <a:srcRect l="16328" r="3032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6965822"/>
            <a:ext cx="9372600" cy="4845177"/>
          </a:xfrm>
          <a:prstGeom prst="roundRect">
            <a:avLst>
              <a:gd name="adj" fmla="val 6000"/>
            </a:avLst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4961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SIGNATURE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296275"/>
            <a:ext cx="84582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Aprender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haciendo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6107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058400"/>
            <a:ext cx="8458200" cy="1215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Un fin de semana presencial en la Costa Brava, con proveedores reales.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9433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D9A2A6"/>
                </a:solidFill>
                <a:latin typeface="Jost"/>
              </a:rPr>
              <a:t>NUESTRA PROMESA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43450"/>
            <a:ext cx="845820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F3F3F5"/>
                </a:solidFill>
                <a:latin typeface="Bodoni Moda"/>
              </a:rPr>
              <a:t>No soltaremos tu mano hasta que consigas </a:t>
            </a:r>
            <a:r>
              <a:rPr sz="6300" i="1">
                <a:solidFill>
                  <a:srgbClr val="D9A2A6"/>
                </a:solidFill>
                <a:latin typeface="Bodoni Moda"/>
              </a:rPr>
              <a:t>tu objetivo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7848600"/>
            <a:ext cx="1143000" cy="28575"/>
          </a:xfrm>
          <a:prstGeom prst="rect">
            <a:avLst/>
          </a:prstGeom>
          <a:solidFill>
            <a:srgbClr val="D9A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96275"/>
            <a:ext cx="8458200" cy="607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F3F3F5"/>
                </a:solidFill>
                <a:latin typeface="Jost"/>
              </a:rPr>
              <a:t>Pilar y Ainoa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F3F3F5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D9A2A6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40042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TE ESPERAMOS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0525"/>
            <a:ext cx="845820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¿Entras a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cotillear</a:t>
            </a:r>
            <a:r>
              <a:rPr sz="6300" i="0">
                <a:solidFill>
                  <a:srgbClr val="22232B"/>
                </a:solidFill>
                <a:latin typeface="Bodoni Moda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4103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858000"/>
            <a:ext cx="8458200" cy="1215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El enlace está en nuestra bio. O escríbenos por DM y te lo mandamos: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8486775"/>
            <a:ext cx="4191000" cy="952500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8E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8000" y="8486775"/>
            <a:ext cx="41910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300" i="0">
                <a:solidFill>
                  <a:srgbClr val="22232B"/>
                </a:solidFill>
                <a:latin typeface="Jost"/>
              </a:rPr>
              <a:t>CURSO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