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sotras-10-anos.jpg"/>
          <p:cNvPicPr>
            <a:picLocks noChangeAspect="1"/>
          </p:cNvPicPr>
          <p:nvPr/>
        </p:nvPicPr>
        <p:blipFill>
          <a:blip r:embed="rId2"/>
          <a:srcRect t="6656" b="9984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5781294"/>
            <a:ext cx="9372600" cy="6029706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3055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HOY ABRIMOS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105650"/>
            <a:ext cx="845820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La escuela que nos habría gustado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tener a nosotras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02203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668000"/>
            <a:ext cx="8458200" cy="607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Todo lo que encontrarás dentro → desliza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c2-mo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38725"/>
            <a:ext cx="10287000" cy="7820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14287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i="0">
                <a:solidFill>
                  <a:srgbClr val="8E5A5E"/>
                </a:solidFill>
                <a:latin typeface="Jost"/>
              </a:rPr>
              <a:t>LA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00250"/>
            <a:ext cx="85725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i="0">
                <a:solidFill>
                  <a:srgbClr val="22232B"/>
                </a:solidFill>
                <a:latin typeface="Bodoni Moda"/>
              </a:rPr>
              <a:t>Una escuela para </a:t>
            </a:r>
            <a:r>
              <a:rPr sz="5400" i="1">
                <a:solidFill>
                  <a:srgbClr val="8E5A5E"/>
                </a:solidFill>
                <a:latin typeface="Bodoni Moda"/>
              </a:rPr>
              <a:t>aprender el oficio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699510"/>
            <a:ext cx="8572500" cy="1053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i="0">
                <a:solidFill>
                  <a:srgbClr val="22232B"/>
                </a:solidFill>
                <a:latin typeface="Jost"/>
              </a:rPr>
              <a:t>The Wedding Creators, el programa con el que formamos wedding planners, ahora también online.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c3-mo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38725"/>
            <a:ext cx="10287000" cy="78200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14287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i="0">
                <a:solidFill>
                  <a:srgbClr val="8E5A5E"/>
                </a:solidFill>
                <a:latin typeface="Jost"/>
              </a:rPr>
              <a:t>PARA EMPEZAR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00250"/>
            <a:ext cx="85725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5400" i="1">
                <a:solidFill>
                  <a:srgbClr val="8E5A5E"/>
                </a:solidFill>
                <a:latin typeface="Bodoni Moda"/>
              </a:rPr>
              <a:t>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699510"/>
            <a:ext cx="8572500" cy="1053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i="0">
                <a:solidFill>
                  <a:srgbClr val="22232B"/>
                </a:solidFill>
                <a:latin typeface="Jost"/>
              </a:rPr>
              <a:t>7 días, una boda de práctica y 4 herramientas profesionales. 47 € IVA incluido.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573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TRES CAMINOS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57450"/>
            <a:ext cx="845820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Elige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cómo quieres</a:t>
            </a:r>
            <a:r>
              <a:rPr sz="6300" i="0">
                <a:solidFill>
                  <a:srgbClr val="22232B"/>
                </a:solidFill>
                <a:latin typeface="Bodoni Moda"/>
              </a:rPr>
              <a:t> recorrerlo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667250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114925"/>
            <a:ext cx="8458200" cy="6076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Online · 590 €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Aprende el oficio a tu ritmo.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Completo · 1.990 €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Lanza tu negocio acompañada.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1">
                <a:solidFill>
                  <a:srgbClr val="8E5A5E"/>
                </a:solidFill>
                <a:latin typeface="Jost"/>
              </a:rPr>
              <a:t>Signature · 3.500 €</a:t>
            </a: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Lujo y bodas destino, con Nubes.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IVA incluido. También a plazos.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c5-mo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1525"/>
            <a:ext cx="10287000" cy="82772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7250" y="14287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i="0">
                <a:solidFill>
                  <a:srgbClr val="8E5A5E"/>
                </a:solidFill>
                <a:latin typeface="Jost"/>
              </a:rPr>
              <a:t>EL PROGRAMA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00250"/>
            <a:ext cx="85725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i="0">
                <a:solidFill>
                  <a:srgbClr val="22232B"/>
                </a:solidFill>
                <a:latin typeface="Bodoni Moda"/>
              </a:rPr>
              <a:t>The Wedding Creators, </a:t>
            </a:r>
            <a:r>
              <a:rPr sz="5400" i="1">
                <a:solidFill>
                  <a:srgbClr val="8E5A5E"/>
                </a:solidFill>
                <a:latin typeface="Bodoni Moda"/>
              </a:rPr>
              <a:t>en cuatro etapas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699510"/>
            <a:ext cx="8572500" cy="5962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550" i="0">
                <a:solidFill>
                  <a:srgbClr val="22232B"/>
                </a:solidFill>
                <a:latin typeface="Jost"/>
              </a:rPr>
              <a:t>El oficio · Tu negocio · Visibilidad · Clientas y experiencia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s-077.jpg"/>
          <p:cNvPicPr>
            <a:picLocks noChangeAspect="1"/>
          </p:cNvPicPr>
          <p:nvPr/>
        </p:nvPicPr>
        <p:blipFill>
          <a:blip r:embed="rId2"/>
          <a:srcRect l="16328" r="3032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6965822"/>
            <a:ext cx="9372600" cy="4845177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4961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SIGNATURE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296275"/>
            <a:ext cx="845820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Aprender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haciendo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610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005840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Un fin de semana presencial en la Costa Brava, con proveedores reales.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9433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D9A2A6"/>
                </a:solidFill>
                <a:latin typeface="Jost"/>
              </a:rPr>
              <a:t>NUESTRA PROMESA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43450"/>
            <a:ext cx="845820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F3F3F5"/>
                </a:solidFill>
                <a:latin typeface="Bodoni Moda"/>
              </a:rPr>
              <a:t>No soltaremos tu mano hasta que consigas </a:t>
            </a:r>
            <a:r>
              <a:rPr sz="6300" i="1">
                <a:solidFill>
                  <a:srgbClr val="D9A2A6"/>
                </a:solidFill>
                <a:latin typeface="Bodoni Moda"/>
              </a:rPr>
              <a:t>tu objetivo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7848600"/>
            <a:ext cx="1143000" cy="28575"/>
          </a:xfrm>
          <a:prstGeom prst="rect">
            <a:avLst/>
          </a:prstGeom>
          <a:solidFill>
            <a:srgbClr val="D9A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96275"/>
            <a:ext cx="8458200" cy="607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F3F3F5"/>
                </a:solidFill>
                <a:latin typeface="Jost"/>
              </a:rPr>
              <a:t>Pilar y Ainoa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F3F3F5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D9A2A6"/>
                </a:solidFill>
                <a:latin typeface="Bodoni Moda"/>
              </a:rPr>
              <a:t>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40042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TE ESPERAMOS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0525"/>
            <a:ext cx="845820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i="0">
                <a:solidFill>
                  <a:srgbClr val="22232B"/>
                </a:solidFill>
                <a:latin typeface="Bodoni Moda"/>
              </a:rPr>
              <a:t>¿Entras a </a:t>
            </a:r>
            <a:r>
              <a:rPr sz="6300" i="1">
                <a:solidFill>
                  <a:srgbClr val="8E5A5E"/>
                </a:solidFill>
                <a:latin typeface="Bodoni Moda"/>
              </a:rPr>
              <a:t>cotillear</a:t>
            </a:r>
            <a:r>
              <a:rPr sz="63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64103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85800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El enlace está en nuestra bio. O escríbenos por DM y te lo mandamos: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8486775"/>
            <a:ext cx="4191000" cy="95250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8E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8000" y="8486775"/>
            <a:ext cx="4191000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300" i="0">
                <a:solidFill>
                  <a:srgbClr val="22232B"/>
                </a:solidFill>
                <a:latin typeface="Jost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66750"/>
            <a:ext cx="6667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50" i="0">
                <a:solidFill>
                  <a:srgbClr val="22232B"/>
                </a:solidFill>
                <a:latin typeface="Bodoni Moda"/>
              </a:rPr>
              <a:t>Nubes de Algodón  </a:t>
            </a:r>
            <a:r>
              <a:rPr sz="2550" i="1">
                <a:solidFill>
                  <a:srgbClr val="8E5A5E"/>
                </a:solidFill>
                <a:latin typeface="Bodoni Moda"/>
              </a:rPr>
              <a:t>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11906250"/>
            <a:ext cx="14287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i="0">
                <a:solidFill>
                  <a:srgbClr val="6B6D78"/>
                </a:solidFill>
                <a:latin typeface="Jost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