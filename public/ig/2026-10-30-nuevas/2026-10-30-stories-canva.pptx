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nosotras-10-anos.jpg"/>
          <p:cNvPicPr>
            <a:picLocks noChangeAspect="1"/>
          </p:cNvPicPr>
          <p:nvPr/>
        </p:nvPicPr>
        <p:blipFill>
          <a:blip r:embed="rId2"/>
          <a:srcRect l="7826" r="7826"/>
          <a:stretch>
            <a:fillRect/>
          </a:stretch>
        </p:blipFill>
        <p:spPr>
          <a:xfrm>
            <a:off x="0" y="0"/>
            <a:ext cx="10287000" cy="1828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57200" y="10346817"/>
            <a:ext cx="9372600" cy="6893433"/>
          </a:xfrm>
          <a:prstGeom prst="roundRect">
            <a:avLst>
              <a:gd name="adj" fmla="val 6000"/>
            </a:avLst>
          </a:prstGeom>
          <a:solidFill>
            <a:srgbClr val="F3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877550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HOY ES EL DÍA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677650"/>
            <a:ext cx="8458200" cy="2944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Abrimos las puertas de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Nubes de Algodón School</a:t>
            </a:r>
            <a:r>
              <a:rPr sz="6900" i="0">
                <a:solidFill>
                  <a:srgbClr val="22232B"/>
                </a:solidFill>
                <a:latin typeface="Bodoni Moda"/>
              </a:rPr>
              <a:t> 🤍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503997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487650"/>
            <a:ext cx="8458200" cy="12153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i="0">
                <a:solidFill>
                  <a:srgbClr val="22232B"/>
                </a:solidFill>
                <a:latin typeface="Jost"/>
              </a:rPr>
              <a:t>Hoy os lo enseñamos todo. No os lo perdáis.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.s2-mov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91100"/>
            <a:ext cx="10287000" cy="13296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4287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i="0">
                <a:solidFill>
                  <a:srgbClr val="8E5A5E"/>
                </a:solidFill>
                <a:latin typeface="Jost"/>
              </a:rPr>
              <a:t>YA ESTÁ ABIERTA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8572500" cy="176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Nuestra escuela,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por fin online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950970"/>
            <a:ext cx="8572500" cy="7543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i="0">
                <a:solidFill>
                  <a:srgbClr val="22232B"/>
                </a:solidFill>
                <a:latin typeface="Jost"/>
              </a:rPr>
              <a:t>Entra, cotillea y quédate todo lo que quieras 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.s3-mov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5925"/>
            <a:ext cx="10287000" cy="127920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4287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i="0">
                <a:solidFill>
                  <a:srgbClr val="8E5A5E"/>
                </a:solidFill>
                <a:latin typeface="Jost"/>
              </a:rPr>
              <a:t>POR DÓNDE EMPEZAR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8572500" cy="176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Wedding Planner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Bootcamp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950970"/>
            <a:ext cx="8572500" cy="1259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i="0">
                <a:solidFill>
                  <a:srgbClr val="22232B"/>
                </a:solidFill>
                <a:latin typeface="Jost"/>
              </a:rPr>
              <a:t>El método Nubes en 7 días: planificas una boda de práctica de principio a fin. 47 € IVA incluido.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8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9053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CUÉNTANOS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7054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¿Qué camino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va contigo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80867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8534400"/>
            <a:ext cx="8639175" cy="4838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8953500"/>
            <a:ext cx="78009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50" i="0">
                <a:solidFill>
                  <a:srgbClr val="22232B"/>
                </a:solidFill>
                <a:latin typeface="Jost"/>
              </a:rPr>
              <a:t>Elige uno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50" y="96774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96774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Online · aprender a mi ritmo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38250" y="108204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8250" y="108204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Completo · lanzar mi negocio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38250" y="119634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8250" y="119634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22232B"/>
                </a:solidFill>
                <a:latin typeface="Jost"/>
              </a:rPr>
              <a:t>Signature · lujo y bodas destino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.s5-mov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5925"/>
            <a:ext cx="10287000" cy="1279207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57250" y="1428750"/>
            <a:ext cx="85725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250" i="0">
                <a:solidFill>
                  <a:srgbClr val="8E5A5E"/>
                </a:solidFill>
                <a:latin typeface="Jost"/>
              </a:rPr>
              <a:t>TRES CAMINOS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7250" y="2000250"/>
            <a:ext cx="8572500" cy="17602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300" i="0">
                <a:solidFill>
                  <a:srgbClr val="22232B"/>
                </a:solidFill>
                <a:latin typeface="Bodoni Moda"/>
              </a:rPr>
              <a:t>Online, Completo o </a:t>
            </a:r>
            <a:r>
              <a:rPr sz="6300" i="1">
                <a:solidFill>
                  <a:srgbClr val="8E5A5E"/>
                </a:solidFill>
                <a:latin typeface="Bodoni Moda"/>
              </a:rPr>
              <a:t>Signature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3950970"/>
            <a:ext cx="8572500" cy="125920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850" i="0">
                <a:solidFill>
                  <a:srgbClr val="22232B"/>
                </a:solidFill>
                <a:latin typeface="Jost"/>
              </a:rPr>
              <a:t>Y si después quieres subir de nivel, solo pagas la diferencia.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C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6048375"/>
            <a:ext cx="84582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50" i="0">
                <a:solidFill>
                  <a:srgbClr val="8E5A5E"/>
                </a:solidFill>
                <a:latin typeface="Jost"/>
              </a:rPr>
              <a:t>OS LEEMOS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6848475"/>
            <a:ext cx="8458200" cy="1962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900" i="0">
                <a:solidFill>
                  <a:srgbClr val="22232B"/>
                </a:solidFill>
                <a:latin typeface="Bodoni Moda"/>
              </a:rPr>
              <a:t>¿Qué dudas tienes sobre </a:t>
            </a:r>
            <a:r>
              <a:rPr sz="6900" i="1">
                <a:solidFill>
                  <a:srgbClr val="8E5A5E"/>
                </a:solidFill>
                <a:latin typeface="Bodoni Moda"/>
              </a:rPr>
              <a:t>los cursos</a:t>
            </a:r>
            <a:r>
              <a:rPr sz="6900" i="0">
                <a:solidFill>
                  <a:srgbClr val="22232B"/>
                </a:solidFill>
                <a:latin typeface="Bodoni Moda"/>
              </a:rPr>
              <a:t>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9229725"/>
            <a:ext cx="1143000" cy="28575"/>
          </a:xfrm>
          <a:prstGeom prst="rect">
            <a:avLst/>
          </a:prstGeom>
          <a:solidFill>
            <a:srgbClr val="8E5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19150" y="9677400"/>
            <a:ext cx="8639175" cy="25527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8250" y="10096500"/>
            <a:ext cx="7800975" cy="571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150" i="0">
                <a:solidFill>
                  <a:srgbClr val="22232B"/>
                </a:solidFill>
                <a:latin typeface="Jost"/>
              </a:rPr>
              <a:t>Pregúntanos lo que quieras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8250" y="10820400"/>
            <a:ext cx="7800975" cy="914400"/>
          </a:xfrm>
          <a:prstGeom prst="roundRect">
            <a:avLst>
              <a:gd name="adj" fmla="val 25000"/>
            </a:avLst>
          </a:prstGeom>
          <a:solidFill>
            <a:srgbClr val="F2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8250" y="10820400"/>
            <a:ext cx="780097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50" i="0">
                <a:solidFill>
                  <a:srgbClr val="6B6D78"/>
                </a:solidFill>
                <a:latin typeface="Jost"/>
              </a:rPr>
              <a:t>Escribe algo…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