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0287000" cy="1828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3F5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nosotras-10-anos.jpg"/>
          <p:cNvPicPr>
            <a:picLocks noChangeAspect="1"/>
          </p:cNvPicPr>
          <p:nvPr/>
        </p:nvPicPr>
        <p:blipFill>
          <a:blip r:embed="rId2"/>
          <a:srcRect l="7826" r="7826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457200" y="10346817"/>
            <a:ext cx="9372600" cy="6893433"/>
          </a:xfrm>
          <a:prstGeom prst="roundRect">
            <a:avLst>
              <a:gd name="adj" fmla="val 6000"/>
            </a:avLst>
          </a:prstGeom>
          <a:solidFill>
            <a:srgbClr val="F3F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877550"/>
            <a:ext cx="84582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50" i="0">
                <a:solidFill>
                  <a:srgbClr val="8E5A5E"/>
                </a:solidFill>
                <a:latin typeface="Jost"/>
              </a:rPr>
              <a:t>HOY ES EL DÍA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1677650"/>
            <a:ext cx="8458200" cy="2944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900" i="0">
                <a:solidFill>
                  <a:srgbClr val="22232B"/>
                </a:solidFill>
                <a:latin typeface="Bodoni Moda"/>
              </a:rPr>
              <a:t>Abrimos las puertas de </a:t>
            </a:r>
            <a:r>
              <a:rPr sz="6900" i="1">
                <a:solidFill>
                  <a:srgbClr val="8E5A5E"/>
                </a:solidFill>
                <a:latin typeface="Bodoni Moda"/>
              </a:rPr>
              <a:t>Nubes de Algodón School</a:t>
            </a:r>
            <a:r>
              <a:rPr sz="6900" i="0">
                <a:solidFill>
                  <a:srgbClr val="22232B"/>
                </a:solidFill>
                <a:latin typeface="Bodoni Moda"/>
              </a:rPr>
              <a:t> 🤍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15039975"/>
            <a:ext cx="1143000" cy="28575"/>
          </a:xfrm>
          <a:prstGeom prst="rect">
            <a:avLst/>
          </a:prstGeom>
          <a:solidFill>
            <a:srgbClr val="8E5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487650"/>
            <a:ext cx="8458200" cy="12153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3300" i="0">
                <a:solidFill>
                  <a:srgbClr val="22232B"/>
                </a:solidFill>
                <a:latin typeface="Jost"/>
              </a:rPr>
              <a:t>Hoy os lo enseñamos todo. No os lo perdáis.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E8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534275"/>
            <a:ext cx="84582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50" i="0">
                <a:solidFill>
                  <a:srgbClr val="8E5A5E"/>
                </a:solidFill>
                <a:latin typeface="Jost"/>
              </a:rPr>
              <a:t>YA ESTÁ ABIERTA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8334375"/>
            <a:ext cx="8458200" cy="1962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900" i="0">
                <a:solidFill>
                  <a:srgbClr val="22232B"/>
                </a:solidFill>
                <a:latin typeface="Bodoni Moda"/>
              </a:rPr>
              <a:t>Nuestra escuela, </a:t>
            </a:r>
            <a:r>
              <a:rPr sz="6900" i="1">
                <a:solidFill>
                  <a:srgbClr val="8E5A5E"/>
                </a:solidFill>
                <a:latin typeface="Bodoni Moda"/>
              </a:rPr>
              <a:t>por fin online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0715625"/>
            <a:ext cx="1143000" cy="28575"/>
          </a:xfrm>
          <a:prstGeom prst="rect">
            <a:avLst/>
          </a:prstGeom>
          <a:solidFill>
            <a:srgbClr val="8E5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3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534275"/>
            <a:ext cx="84582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50" i="0">
                <a:solidFill>
                  <a:srgbClr val="8E5A5E"/>
                </a:solidFill>
                <a:latin typeface="Jost"/>
              </a:rPr>
              <a:t>POR DÓNDE EMPEZAR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8334375"/>
            <a:ext cx="8458200" cy="1962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900" i="0">
                <a:solidFill>
                  <a:srgbClr val="22232B"/>
                </a:solidFill>
                <a:latin typeface="Bodoni Moda"/>
              </a:rPr>
              <a:t>Wedding Planner </a:t>
            </a:r>
            <a:r>
              <a:rPr sz="6900" i="1">
                <a:solidFill>
                  <a:srgbClr val="8E5A5E"/>
                </a:solidFill>
                <a:latin typeface="Bodoni Moda"/>
              </a:rPr>
              <a:t>Bootcamp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0715625"/>
            <a:ext cx="1143000" cy="28575"/>
          </a:xfrm>
          <a:prstGeom prst="rect">
            <a:avLst/>
          </a:prstGeom>
          <a:solidFill>
            <a:srgbClr val="8E5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E8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905375"/>
            <a:ext cx="84582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50" i="0">
                <a:solidFill>
                  <a:srgbClr val="8E5A5E"/>
                </a:solidFill>
                <a:latin typeface="Jost"/>
              </a:rPr>
              <a:t>CUÉNTANOS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5705475"/>
            <a:ext cx="8458200" cy="1962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900" i="0">
                <a:solidFill>
                  <a:srgbClr val="22232B"/>
                </a:solidFill>
                <a:latin typeface="Bodoni Moda"/>
              </a:rPr>
              <a:t>¿Qué camino </a:t>
            </a:r>
            <a:r>
              <a:rPr sz="6900" i="1">
                <a:solidFill>
                  <a:srgbClr val="8E5A5E"/>
                </a:solidFill>
                <a:latin typeface="Bodoni Moda"/>
              </a:rPr>
              <a:t>va contigo</a:t>
            </a:r>
            <a:r>
              <a:rPr sz="6900" i="0">
                <a:solidFill>
                  <a:srgbClr val="22232B"/>
                </a:solidFill>
                <a:latin typeface="Bodoni Moda"/>
              </a:rPr>
              <a:t>?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8086725"/>
            <a:ext cx="1143000" cy="28575"/>
          </a:xfrm>
          <a:prstGeom prst="rect">
            <a:avLst/>
          </a:prstGeom>
          <a:solidFill>
            <a:srgbClr val="8E5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19150" y="8534400"/>
            <a:ext cx="8639175" cy="483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8250" y="8953500"/>
            <a:ext cx="7800975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150" i="0">
                <a:solidFill>
                  <a:srgbClr val="22232B"/>
                </a:solidFill>
                <a:latin typeface="Jost"/>
              </a:rPr>
              <a:t>Elige uno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238250" y="9677400"/>
            <a:ext cx="7800975" cy="914400"/>
          </a:xfrm>
          <a:prstGeom prst="roundRect">
            <a:avLst>
              <a:gd name="adj" fmla="val 25000"/>
            </a:avLst>
          </a:prstGeom>
          <a:solidFill>
            <a:srgbClr val="F2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38250" y="9677400"/>
            <a:ext cx="7800975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850" i="0">
                <a:solidFill>
                  <a:srgbClr val="22232B"/>
                </a:solidFill>
                <a:latin typeface="Jost"/>
              </a:rPr>
              <a:t>Online · aprender a mi ritmo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238250" y="10820400"/>
            <a:ext cx="7800975" cy="914400"/>
          </a:xfrm>
          <a:prstGeom prst="roundRect">
            <a:avLst>
              <a:gd name="adj" fmla="val 25000"/>
            </a:avLst>
          </a:prstGeom>
          <a:solidFill>
            <a:srgbClr val="F2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38250" y="10820400"/>
            <a:ext cx="7800975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850" i="0">
                <a:solidFill>
                  <a:srgbClr val="22232B"/>
                </a:solidFill>
                <a:latin typeface="Jost"/>
              </a:rPr>
              <a:t>Completo · lanzar mi negocio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238250" y="11963400"/>
            <a:ext cx="7800975" cy="914400"/>
          </a:xfrm>
          <a:prstGeom prst="roundRect">
            <a:avLst>
              <a:gd name="adj" fmla="val 25000"/>
            </a:avLst>
          </a:prstGeom>
          <a:solidFill>
            <a:srgbClr val="F2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38250" y="11963400"/>
            <a:ext cx="7800975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850" i="0">
                <a:solidFill>
                  <a:srgbClr val="22232B"/>
                </a:solidFill>
                <a:latin typeface="Jost"/>
              </a:rPr>
              <a:t>Signature · lujo y bodas destino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6EC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534275"/>
            <a:ext cx="84582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50" i="0">
                <a:solidFill>
                  <a:srgbClr val="8E5A5E"/>
                </a:solidFill>
                <a:latin typeface="Jost"/>
              </a:rPr>
              <a:t>TRES CAMINOS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8334375"/>
            <a:ext cx="8458200" cy="1962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900" i="0">
                <a:solidFill>
                  <a:srgbClr val="22232B"/>
                </a:solidFill>
                <a:latin typeface="Bodoni Moda"/>
              </a:rPr>
              <a:t>Online, Completo o </a:t>
            </a:r>
            <a:r>
              <a:rPr sz="6900" i="1">
                <a:solidFill>
                  <a:srgbClr val="8E5A5E"/>
                </a:solidFill>
                <a:latin typeface="Bodoni Moda"/>
              </a:rPr>
              <a:t>Signature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0715625"/>
            <a:ext cx="1143000" cy="28575"/>
          </a:xfrm>
          <a:prstGeom prst="rect">
            <a:avLst/>
          </a:prstGeom>
          <a:solidFill>
            <a:srgbClr val="8E5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6EC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6048375"/>
            <a:ext cx="84582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50" i="0">
                <a:solidFill>
                  <a:srgbClr val="8E5A5E"/>
                </a:solidFill>
                <a:latin typeface="Jost"/>
              </a:rPr>
              <a:t>OS LEEMOS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6848475"/>
            <a:ext cx="8458200" cy="1962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900" i="0">
                <a:solidFill>
                  <a:srgbClr val="22232B"/>
                </a:solidFill>
                <a:latin typeface="Bodoni Moda"/>
              </a:rPr>
              <a:t>¿Qué dudas tienes sobre </a:t>
            </a:r>
            <a:r>
              <a:rPr sz="6900" i="1">
                <a:solidFill>
                  <a:srgbClr val="8E5A5E"/>
                </a:solidFill>
                <a:latin typeface="Bodoni Moda"/>
              </a:rPr>
              <a:t>los cursos</a:t>
            </a:r>
            <a:r>
              <a:rPr sz="6900" i="0">
                <a:solidFill>
                  <a:srgbClr val="22232B"/>
                </a:solidFill>
                <a:latin typeface="Bodoni Moda"/>
              </a:rPr>
              <a:t>?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9229725"/>
            <a:ext cx="1143000" cy="28575"/>
          </a:xfrm>
          <a:prstGeom prst="rect">
            <a:avLst/>
          </a:prstGeom>
          <a:solidFill>
            <a:srgbClr val="8E5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19150" y="9677400"/>
            <a:ext cx="8639175" cy="2552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8250" y="10096500"/>
            <a:ext cx="7800975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150" i="0">
                <a:solidFill>
                  <a:srgbClr val="22232B"/>
                </a:solidFill>
                <a:latin typeface="Jost"/>
              </a:rPr>
              <a:t>Pregúntanos lo que quieras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238250" y="10820400"/>
            <a:ext cx="7800975" cy="914400"/>
          </a:xfrm>
          <a:prstGeom prst="roundRect">
            <a:avLst>
              <a:gd name="adj" fmla="val 25000"/>
            </a:avLst>
          </a:prstGeom>
          <a:solidFill>
            <a:srgbClr val="F2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38250" y="10820400"/>
            <a:ext cx="7800975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850" i="0">
                <a:solidFill>
                  <a:srgbClr val="6B6D78"/>
                </a:solidFill>
                <a:latin typeface="Jost"/>
              </a:rPr>
              <a:t>Escribe algo…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