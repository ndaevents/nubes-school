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B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0"/>
            <a:ext cx="9144000" cy="914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50" i="0">
                <a:solidFill>
                  <a:srgbClr val="6B6D78"/>
                </a:solidFill>
                <a:latin typeface="Jost"/>
              </a:rPr>
              <a:t>FOTO (cámbiala en Canva)</a:t>
            </a:r>
          </a:p>
          <a:p>
            <a:pPr algn="ctr"/>
            <a:r>
              <a:rPr sz="2550" i="0">
                <a:solidFill>
                  <a:srgbClr val="6B6D78"/>
                </a:solidFill>
                <a:latin typeface="Jost"/>
              </a:rPr>
              <a:t>Aquí va una foto: una vuestra de las dos (o la foto de portada de la web)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346817"/>
            <a:ext cx="9372600" cy="6893433"/>
          </a:xfrm>
          <a:prstGeom prst="roundRect">
            <a:avLst>
              <a:gd name="adj" fmla="val 6000"/>
            </a:avLst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8775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HOY ES EL DÍA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77650"/>
            <a:ext cx="8458200" cy="2944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Abrimos las puertas de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Nubes de Algodón School</a:t>
            </a:r>
            <a:r>
              <a:rPr sz="6900" i="0">
                <a:solidFill>
                  <a:srgbClr val="22232B"/>
                </a:solidFill>
                <a:latin typeface="Bodoni Moda"/>
              </a:rPr>
              <a:t> 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03997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487650"/>
            <a:ext cx="8458200" cy="1215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Hoy os lo enseñamos todo. No os lo perdáis.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5342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YA ESTÁ ABIERTA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3343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Nuestra escuela,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por fin online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7156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5342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POR DÓNDE EMPEZAR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3343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Wedding Planner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Bootcamp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7156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9053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CUÉNTANOS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7054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¿Qué camino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va contigo</a:t>
            </a:r>
            <a:r>
              <a:rPr sz="6900" i="0">
                <a:solidFill>
                  <a:srgbClr val="22232B"/>
                </a:solidFill>
                <a:latin typeface="Bodoni Moda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0867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" y="8534400"/>
            <a:ext cx="8639175" cy="483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8953500"/>
            <a:ext cx="78009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150" i="0">
                <a:solidFill>
                  <a:srgbClr val="22232B"/>
                </a:solidFill>
                <a:latin typeface="Jost"/>
              </a:rPr>
              <a:t>Elige uno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8250" y="9677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8250" y="9677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22232B"/>
                </a:solidFill>
                <a:latin typeface="Jost"/>
              </a:rPr>
              <a:t>Online · aprender a mi ritmo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8250" y="10820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8250" y="10820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22232B"/>
                </a:solidFill>
                <a:latin typeface="Jost"/>
              </a:rPr>
              <a:t>Completo · lanzar mi negocio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8250" y="11963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8250" y="11963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22232B"/>
                </a:solidFill>
                <a:latin typeface="Jost"/>
              </a:rPr>
              <a:t>Signature · lujo y bodas destino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5342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TRES CAMINOS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3343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Online, Completo o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Signature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7156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0483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OS LEEMOS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8484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¿Qué dudas tienes sobre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los cursos</a:t>
            </a:r>
            <a:r>
              <a:rPr sz="6900" i="0">
                <a:solidFill>
                  <a:srgbClr val="22232B"/>
                </a:solidFill>
                <a:latin typeface="Bodoni Moda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2297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" y="9677400"/>
            <a:ext cx="8639175" cy="2552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10096500"/>
            <a:ext cx="78009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150" i="0">
                <a:solidFill>
                  <a:srgbClr val="22232B"/>
                </a:solidFill>
                <a:latin typeface="Jost"/>
              </a:rPr>
              <a:t>Pregúntanos lo que quieras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8250" y="10820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8250" y="10820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6B6D78"/>
                </a:solidFill>
                <a:latin typeface="Jost"/>
              </a:rPr>
              <a:t>Escribe algo…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