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sotras-10-anos.jpg"/>
          <p:cNvPicPr>
            <a:picLocks noChangeAspect="1"/>
          </p:cNvPicPr>
          <p:nvPr/>
        </p:nvPicPr>
        <p:blipFill>
          <a:blip r:embed="rId2"/>
          <a:srcRect l="7826" r="7826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715500"/>
            <a:ext cx="10287000" cy="8572500"/>
          </a:xfrm>
          <a:prstGeom prst="rect">
            <a:avLst/>
          </a:prstGeom>
          <a:solidFill>
            <a:srgbClr val="22232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0"/>
            <a:ext cx="8572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D9A2A6"/>
                </a:solidFill>
                <a:latin typeface="Jost"/>
              </a:rPr>
              <a:t>HOY ES EL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3049250"/>
            <a:ext cx="8572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300" i="0">
                <a:solidFill>
                  <a:srgbClr val="F3F3F5"/>
                </a:solidFill>
                <a:latin typeface="Bodoni Moda"/>
              </a:rPr>
              <a:t>Abrimos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Nubes de Algodón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-043.jpg"/>
          <p:cNvPicPr>
            <a:picLocks noChangeAspect="1"/>
          </p:cNvPicPr>
          <p:nvPr/>
        </p:nvPicPr>
        <p:blipFill>
          <a:blip r:embed="rId2"/>
          <a:srcRect l="34369" r="28120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715500"/>
            <a:ext cx="10287000" cy="8572500"/>
          </a:xfrm>
          <a:prstGeom prst="rect">
            <a:avLst/>
          </a:prstGeom>
          <a:solidFill>
            <a:srgbClr val="22232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001500"/>
            <a:ext cx="8572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300" i="0">
                <a:solidFill>
                  <a:srgbClr val="F3F3F5"/>
                </a:solidFill>
                <a:latin typeface="Bodoni Moda"/>
              </a:rPr>
              <a:t>The Wedding Creators,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ahora también 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corrido.jpg"/>
          <p:cNvPicPr>
            <a:picLocks noChangeAspect="1"/>
          </p:cNvPicPr>
          <p:nvPr/>
        </p:nvPicPr>
        <p:blipFill>
          <a:blip r:embed="rId2"/>
          <a:srcRect b="77286"/>
          <a:stretch>
            <a:fillRect/>
          </a:stretch>
        </p:blipFill>
        <p:spPr>
          <a:xfrm>
            <a:off x="0" y="3143250"/>
            <a:ext cx="10287000" cy="15144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3143250"/>
          </a:xfrm>
          <a:prstGeom prst="rect">
            <a:avLst/>
          </a:prstGeom>
          <a:solidFill>
            <a:srgbClr val="22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428750"/>
            <a:ext cx="8572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i="0">
                <a:solidFill>
                  <a:srgbClr val="D9A2A6"/>
                </a:solidFill>
                <a:latin typeface="Jost"/>
              </a:rPr>
              <a:t>LA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952625"/>
            <a:ext cx="8572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i="0">
                <a:solidFill>
                  <a:srgbClr val="F3F3F5"/>
                </a:solidFill>
                <a:latin typeface="Bodoni Moda"/>
              </a:rPr>
              <a:t>Así es </a:t>
            </a:r>
            <a:r>
              <a:rPr sz="5400" i="1">
                <a:solidFill>
                  <a:srgbClr val="D9A2A6"/>
                </a:solidFill>
                <a:latin typeface="Bodoni Moda"/>
              </a:rPr>
              <a:t>por dentro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-079.jpg"/>
          <p:cNvPicPr>
            <a:picLocks noChangeAspect="1"/>
          </p:cNvPicPr>
          <p:nvPr/>
        </p:nvPicPr>
        <p:blipFill>
          <a:blip r:embed="rId2"/>
          <a:srcRect l="28120" r="34369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715500"/>
            <a:ext cx="10287000" cy="8572500"/>
          </a:xfrm>
          <a:prstGeom prst="rect">
            <a:avLst/>
          </a:prstGeom>
          <a:solidFill>
            <a:srgbClr val="22232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001500"/>
            <a:ext cx="8572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300" i="0">
                <a:solidFill>
                  <a:srgbClr val="F3F3F5"/>
                </a:solidFill>
                <a:latin typeface="Bodoni Moda"/>
              </a:rPr>
              <a:t>Empieza por el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Bootcamp</a:t>
            </a:r>
            <a:r>
              <a:rPr sz="6300" i="0">
                <a:solidFill>
                  <a:srgbClr val="F3F3F5"/>
                </a:solidFill>
                <a:latin typeface="Bodoni Moda"/>
              </a:rPr>
              <a:t>: una boda de práctica en 7 días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-082.jpg"/>
          <p:cNvPicPr>
            <a:picLocks noChangeAspect="1"/>
          </p:cNvPicPr>
          <p:nvPr/>
        </p:nvPicPr>
        <p:blipFill>
          <a:blip r:embed="rId2"/>
          <a:srcRect l="34369" r="28120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715500"/>
            <a:ext cx="10287000" cy="8572500"/>
          </a:xfrm>
          <a:prstGeom prst="rect">
            <a:avLst/>
          </a:prstGeom>
          <a:solidFill>
            <a:srgbClr val="22232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3049250"/>
            <a:ext cx="8572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300" i="0">
                <a:solidFill>
                  <a:srgbClr val="F3F3F5"/>
                </a:solidFill>
                <a:latin typeface="Bodoni Moda"/>
              </a:rPr>
              <a:t>Presupuesto, proveedores, diseño…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-077.jpg"/>
          <p:cNvPicPr>
            <a:picLocks noChangeAspect="1"/>
          </p:cNvPicPr>
          <p:nvPr/>
        </p:nvPicPr>
        <p:blipFill>
          <a:blip r:embed="rId2"/>
          <a:srcRect l="21871" r="40617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715500"/>
            <a:ext cx="10287000" cy="8572500"/>
          </a:xfrm>
          <a:prstGeom prst="rect">
            <a:avLst/>
          </a:prstGeom>
          <a:solidFill>
            <a:srgbClr val="22232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3049250"/>
            <a:ext cx="8572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300" i="0">
                <a:solidFill>
                  <a:srgbClr val="F3F3F5"/>
                </a:solidFill>
                <a:latin typeface="Bodoni Moda"/>
              </a:rPr>
              <a:t>…y tu propio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negocio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s-071.jpg"/>
          <p:cNvPicPr>
            <a:picLocks noChangeAspect="1"/>
          </p:cNvPicPr>
          <p:nvPr/>
        </p:nvPicPr>
        <p:blipFill>
          <a:blip r:embed="rId2"/>
          <a:srcRect l="31244" r="3124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715500"/>
            <a:ext cx="10287000" cy="8572500"/>
          </a:xfrm>
          <a:prstGeom prst="rect">
            <a:avLst/>
          </a:prstGeom>
          <a:solidFill>
            <a:srgbClr val="22232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001500"/>
            <a:ext cx="8572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300" i="0">
                <a:solidFill>
                  <a:srgbClr val="F3F3F5"/>
                </a:solidFill>
                <a:latin typeface="Bodoni Moda"/>
              </a:rPr>
              <a:t>Online, Completo o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Signature</a:t>
            </a:r>
            <a:r>
              <a:rPr sz="6300" i="0">
                <a:solidFill>
                  <a:srgbClr val="F3F3F5"/>
                </a:solidFill>
                <a:latin typeface="Bodoni Moda"/>
              </a:rPr>
              <a:t>: tú eliges el camino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sotras-10-anos.jpg"/>
          <p:cNvPicPr>
            <a:picLocks noChangeAspect="1"/>
          </p:cNvPicPr>
          <p:nvPr/>
        </p:nvPicPr>
        <p:blipFill>
          <a:blip r:embed="rId2"/>
          <a:srcRect l="7826" r="7826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715500"/>
            <a:ext cx="10287000" cy="8572500"/>
          </a:xfrm>
          <a:prstGeom prst="rect">
            <a:avLst/>
          </a:prstGeom>
          <a:solidFill>
            <a:srgbClr val="22232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0"/>
            <a:ext cx="8572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D9A2A6"/>
                </a:solidFill>
                <a:latin typeface="Jost"/>
              </a:rPr>
              <a:t>PILAR Y AINOA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3049250"/>
            <a:ext cx="8572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300" i="0">
                <a:solidFill>
                  <a:srgbClr val="F3F3F5"/>
                </a:solidFill>
                <a:latin typeface="Bodoni Moda"/>
              </a:rPr>
              <a:t>Y nosotras,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a tu lado</a:t>
            </a:r>
            <a:r>
              <a:rPr sz="6300" i="0">
                <a:solidFill>
                  <a:srgbClr val="F3F3F5"/>
                </a:solidFill>
                <a:latin typeface="Bodoni Moda"/>
              </a:rPr>
              <a:t> en cada paso 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22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28750"/>
            <a:ext cx="10287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F3F3F5"/>
                </a:solidFill>
                <a:latin typeface="Bodoni Moda"/>
              </a:rPr>
              <a:t>Nubes de Algodón 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6096000"/>
            <a:ext cx="8191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i="0">
                <a:solidFill>
                  <a:srgbClr val="D9A2A6"/>
                </a:solidFill>
                <a:latin typeface="Jost"/>
              </a:rPr>
              <a:t>LA WEB YA ESTÁ ABIERTA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6858000"/>
            <a:ext cx="81915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300" i="0">
                <a:solidFill>
                  <a:srgbClr val="F3F3F5"/>
                </a:solidFill>
                <a:latin typeface="Bodoni Moda"/>
              </a:rPr>
              <a:t>Entra a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cotillear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8286750"/>
            <a:ext cx="81915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i="0">
                <a:solidFill>
                  <a:srgbClr val="F3F3F5"/>
                </a:solidFill>
                <a:latin typeface="Jost"/>
              </a:rPr>
              <a:t>Enlace en la bio, o escríbenos por DM y te lo mandamos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2250" y="10001250"/>
            <a:ext cx="4762500" cy="1047750"/>
          </a:xfrm>
          <a:prstGeom prst="roundRect">
            <a:avLst>
              <a:gd name="adj" fmla="val 50000"/>
            </a:avLst>
          </a:prstGeom>
          <a:solidFill>
            <a:srgbClr val="22232B"/>
          </a:solidFill>
          <a:ln w="28575">
            <a:solidFill>
              <a:srgbClr val="D9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2250" y="10001250"/>
            <a:ext cx="4762500" cy="1047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750" i="0">
                <a:solidFill>
                  <a:srgbClr val="F3F3F5"/>
                </a:solidFill>
                <a:latin typeface="Jost"/>
              </a:rPr>
              <a:t>CURSO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