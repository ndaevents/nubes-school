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-040.jpg"/>
          <p:cNvPicPr>
            <a:picLocks noChangeAspect="1"/>
          </p:cNvPicPr>
          <p:nvPr/>
        </p:nvPicPr>
        <p:blipFill>
          <a:blip r:embed="rId2"/>
          <a:srcRect l="28923" r="17727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6581394"/>
            <a:ext cx="9372600" cy="5229606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05650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Dejamos nuestros trabajos fijos por las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bodas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2203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668000"/>
            <a:ext cx="8458200" cy="607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Esta es nuestra historia 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08622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HOLA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886325"/>
            <a:ext cx="8458200" cy="1792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Somos Pilar y Ainoa, de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Nubes de Algodón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70961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5438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Wedding planners y fundadoras de Nubes de Algodón School.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lar-ws-099.jpg"/>
          <p:cNvPicPr>
            <a:picLocks noChangeAspect="1"/>
          </p:cNvPicPr>
          <p:nvPr/>
        </p:nvPicPr>
        <p:blipFill>
          <a:blip r:embed="rId2"/>
          <a:srcRect t="1811" b="4225"/>
          <a:stretch>
            <a:fillRect/>
          </a:stretch>
        </p:blipFill>
        <p:spPr>
          <a:xfrm>
            <a:off x="914400" y="1428750"/>
            <a:ext cx="8458200" cy="7947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7917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PILAR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918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Antes: un trabajo fijo.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Hoy: </a:t>
            </a:r>
            <a:r>
              <a:rPr sz="3300" i="1">
                <a:solidFill>
                  <a:srgbClr val="8E5A5E"/>
                </a:solidFill>
                <a:latin typeface="Jost"/>
              </a:rPr>
              <a:t>la parte creativa</a:t>
            </a:r>
            <a:r>
              <a:rPr sz="3300" i="0">
                <a:solidFill>
                  <a:srgbClr val="22232B"/>
                </a:solidFill>
                <a:latin typeface="Jost"/>
              </a:rPr>
              <a:t> de cada boda.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noa-ws-100.jpg"/>
          <p:cNvPicPr>
            <a:picLocks noChangeAspect="1"/>
          </p:cNvPicPr>
          <p:nvPr/>
        </p:nvPicPr>
        <p:blipFill>
          <a:blip r:embed="rId2"/>
          <a:srcRect t="1811" b="4225"/>
          <a:stretch>
            <a:fillRect/>
          </a:stretch>
        </p:blipFill>
        <p:spPr>
          <a:xfrm>
            <a:off x="914400" y="1428750"/>
            <a:ext cx="8458200" cy="79476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7917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AINOA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918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Antes: un trabajo fijo.</a:t>
            </a:r>
          </a:p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Hoy: </a:t>
            </a:r>
            <a:r>
              <a:rPr sz="3300" i="1">
                <a:solidFill>
                  <a:srgbClr val="8E5A5E"/>
                </a:solidFill>
                <a:latin typeface="Jost"/>
              </a:rPr>
              <a:t>más de 10 años</a:t>
            </a:r>
            <a:r>
              <a:rPr sz="3300" i="0">
                <a:solidFill>
                  <a:srgbClr val="22232B"/>
                </a:solidFill>
                <a:latin typeface="Jost"/>
              </a:rPr>
              <a:t> organizando bodas.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-102.jpg"/>
          <p:cNvPicPr>
            <a:picLocks noChangeAspect="1"/>
          </p:cNvPicPr>
          <p:nvPr/>
        </p:nvPicPr>
        <p:blipFill>
          <a:blip r:embed="rId2"/>
          <a:srcRect l="30323" r="16328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8921115"/>
            <a:ext cx="9372600" cy="2889885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448800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 organizamos bodas de lujo en la </a:t>
            </a:r>
            <a:r>
              <a:rPr sz="3300" i="1">
                <a:solidFill>
                  <a:srgbClr val="8E5A5E"/>
                </a:solidFill>
                <a:latin typeface="Jost"/>
              </a:rPr>
              <a:t>Costa Brava</a:t>
            </a:r>
            <a:r>
              <a:rPr sz="3300" i="0">
                <a:solidFill>
                  <a:srgbClr val="22232B"/>
                </a:solidFill>
                <a:latin typeface="Jost"/>
              </a:rPr>
              <a:t> y Barcelona: más de 100 bodas, para parejas de más de 10 países.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s-020.jpg"/>
          <p:cNvPicPr>
            <a:picLocks noChangeAspect="1"/>
          </p:cNvPicPr>
          <p:nvPr/>
        </p:nvPicPr>
        <p:blipFill>
          <a:blip r:embed="rId2"/>
          <a:srcRect l="20993" r="25658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5173599"/>
            <a:ext cx="9372600" cy="6637401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7054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NUBES DE ALGODÓN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505575"/>
            <a:ext cx="845820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Una escuela de formación para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wedding planners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6107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Nuestro programa: The Wedding Creators. Más de 20 alumnas formadas.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22232B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8E5A5E"/>
                </a:solidFill>
                <a:latin typeface="Bodoni Moda"/>
              </a:rP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54330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D9A2A6"/>
                </a:solidFill>
                <a:latin typeface="Jost"/>
              </a:rPr>
              <a:t>¿TÚ TAMBIÉN TE LO PLANTEAS?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43400"/>
            <a:ext cx="8458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i="0">
                <a:solidFill>
                  <a:srgbClr val="F3F3F5"/>
                </a:solidFill>
                <a:latin typeface="Bodoni Moda"/>
              </a:rPr>
              <a:t>Empieza </a:t>
            </a:r>
            <a:r>
              <a:rPr sz="6300" i="1">
                <a:solidFill>
                  <a:srgbClr val="D9A2A6"/>
                </a:solidFill>
                <a:latin typeface="Bodoni Moda"/>
              </a:rPr>
              <a:t>por aquí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657850"/>
            <a:ext cx="1143000" cy="28575"/>
          </a:xfrm>
          <a:prstGeom prst="rect">
            <a:avLst/>
          </a:prstGeom>
          <a:solidFill>
            <a:srgbClr val="D9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105525"/>
            <a:ext cx="8458200" cy="1823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F3F3F5"/>
                </a:solidFill>
                <a:latin typeface="Jost"/>
              </a:rPr>
              <a:t>Te mandamos la guía «¿Puedo ser wedding planner? 7 señales de que esto es para ti». Escribe: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8343900"/>
            <a:ext cx="4191000" cy="9525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D9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8000" y="8343900"/>
            <a:ext cx="4191000" cy="952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300" i="0">
                <a:solidFill>
                  <a:srgbClr val="F3F3F5"/>
                </a:solidFill>
                <a:latin typeface="Jost"/>
              </a:rPr>
              <a:t>SEÑALES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66750"/>
            <a:ext cx="6667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i="0">
                <a:solidFill>
                  <a:srgbClr val="F3F3F5"/>
                </a:solidFill>
                <a:latin typeface="Bodoni Moda"/>
              </a:rPr>
              <a:t>Nubes de Algodón  </a:t>
            </a:r>
            <a:r>
              <a:rPr sz="2550" i="1">
                <a:solidFill>
                  <a:srgbClr val="D9A2A6"/>
                </a:solidFill>
                <a:latin typeface="Bodoni Moda"/>
              </a:rPr>
              <a:t>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0" y="11906250"/>
            <a:ext cx="14287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250" i="0">
                <a:solidFill>
                  <a:srgbClr val="6B6D78"/>
                </a:solidFill>
                <a:latin typeface="Jost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