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s-103.jpg"/>
          <p:cNvPicPr>
            <a:picLocks noChangeAspect="1"/>
          </p:cNvPicPr>
          <p:nvPr/>
        </p:nvPicPr>
        <p:blipFill>
          <a:blip r:embed="rId2"/>
          <a:srcRect l="34369" r="28120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1328273"/>
            <a:ext cx="9372600" cy="5911977"/>
          </a:xfrm>
          <a:prstGeom prst="roundRect">
            <a:avLst>
              <a:gd name="adj" fmla="val 6000"/>
            </a:avLst>
          </a:prstGeom>
          <a:solidFill>
            <a:srgbClr val="F3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58625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8E5A5E"/>
                </a:solidFill>
                <a:latin typeface="Jost"/>
              </a:rPr>
              <a:t>ESTA NOCHE · 19:30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658725"/>
            <a:ext cx="8458200" cy="1962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0" i="0">
                <a:solidFill>
                  <a:srgbClr val="22232B"/>
                </a:solidFill>
                <a:latin typeface="Bodoni Moda"/>
              </a:rPr>
              <a:t>Os contamos </a:t>
            </a:r>
            <a:r>
              <a:rPr sz="6900" i="1">
                <a:solidFill>
                  <a:srgbClr val="8E5A5E"/>
                </a:solidFill>
                <a:latin typeface="Bodoni Moda"/>
              </a:rPr>
              <a:t>quiénes somos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5039975"/>
            <a:ext cx="1143000" cy="28575"/>
          </a:xfrm>
          <a:prstGeom prst="rect">
            <a:avLst/>
          </a:prstGeom>
          <a:solidFill>
            <a:srgbClr val="8E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487650"/>
            <a:ext cx="8458200" cy="1215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i="0">
                <a:solidFill>
                  <a:srgbClr val="22232B"/>
                </a:solidFill>
                <a:latin typeface="Jost"/>
              </a:rPr>
              <a:t>Y por qué dejamos nuestros trabajos fijos por las bodas 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8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76875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8E5A5E"/>
                </a:solidFill>
                <a:latin typeface="Jost"/>
              </a:rPr>
              <a:t>PREGUNTA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276975"/>
            <a:ext cx="8458200" cy="1962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0" i="0">
                <a:solidFill>
                  <a:srgbClr val="22232B"/>
                </a:solidFill>
                <a:latin typeface="Bodoni Moda"/>
              </a:rPr>
              <a:t>¿Y tú, </a:t>
            </a:r>
            <a:r>
              <a:rPr sz="6900" i="1">
                <a:solidFill>
                  <a:srgbClr val="8E5A5E"/>
                </a:solidFill>
                <a:latin typeface="Bodoni Moda"/>
              </a:rPr>
              <a:t>en qué punto</a:t>
            </a:r>
            <a:r>
              <a:rPr sz="6900" i="0">
                <a:solidFill>
                  <a:srgbClr val="22232B"/>
                </a:solidFill>
                <a:latin typeface="Bodoni Moda"/>
              </a:rPr>
              <a:t> estás?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8658225"/>
            <a:ext cx="1143000" cy="28575"/>
          </a:xfrm>
          <a:prstGeom prst="rect">
            <a:avLst/>
          </a:prstGeom>
          <a:solidFill>
            <a:srgbClr val="8E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9150" y="9105900"/>
            <a:ext cx="8639175" cy="3695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250" y="9525000"/>
            <a:ext cx="7800975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150" i="0">
                <a:solidFill>
                  <a:srgbClr val="22232B"/>
                </a:solidFill>
                <a:latin typeface="Jost"/>
              </a:rPr>
              <a:t>¿Sigues en tu trabajo fijo?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8250" y="10248900"/>
            <a:ext cx="7800975" cy="914400"/>
          </a:xfrm>
          <a:prstGeom prst="roundRect">
            <a:avLst>
              <a:gd name="adj" fmla="val 25000"/>
            </a:avLst>
          </a:prstGeom>
          <a:solidFill>
            <a:srgbClr val="F2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8250" y="10248900"/>
            <a:ext cx="780097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50" i="0">
                <a:solidFill>
                  <a:srgbClr val="22232B"/>
                </a:solidFill>
                <a:latin typeface="Jost"/>
              </a:rPr>
              <a:t>Sí, y sueño con cambiar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8250" y="11391900"/>
            <a:ext cx="7800975" cy="914400"/>
          </a:xfrm>
          <a:prstGeom prst="roundRect">
            <a:avLst>
              <a:gd name="adj" fmla="val 25000"/>
            </a:avLst>
          </a:prstGeom>
          <a:solidFill>
            <a:srgbClr val="F2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8250" y="11391900"/>
            <a:ext cx="780097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50" i="0">
                <a:solidFill>
                  <a:srgbClr val="22232B"/>
                </a:solidFill>
                <a:latin typeface="Jost"/>
              </a:rPr>
              <a:t>Ya he dado el paso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s-043.jpg"/>
          <p:cNvPicPr>
            <a:picLocks noChangeAspect="1"/>
          </p:cNvPicPr>
          <p:nvPr/>
        </p:nvPicPr>
        <p:blipFill>
          <a:blip r:embed="rId2"/>
          <a:srcRect l="24193" r="24193"/>
          <a:stretch>
            <a:fillRect/>
          </a:stretch>
        </p:blipFill>
        <p:spPr>
          <a:xfrm>
            <a:off x="914400" y="1047750"/>
            <a:ext cx="8458200" cy="109282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2392025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8E5A5E"/>
                </a:solidFill>
                <a:latin typeface="Jost"/>
              </a:rPr>
              <a:t>BACKSTAGE · THE WEDDING CREATORS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192125"/>
            <a:ext cx="8458200" cy="1962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0" i="0">
                <a:solidFill>
                  <a:srgbClr val="22232B"/>
                </a:solidFill>
                <a:latin typeface="Bodoni Moda"/>
              </a:rPr>
              <a:t>Cada detalle, </a:t>
            </a:r>
            <a:r>
              <a:rPr sz="6900" i="1">
                <a:solidFill>
                  <a:srgbClr val="8E5A5E"/>
                </a:solidFill>
                <a:latin typeface="Bodoni Moda"/>
              </a:rPr>
              <a:t>pensado como una boda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573375"/>
            <a:ext cx="1143000" cy="28575"/>
          </a:xfrm>
          <a:prstGeom prst="rect">
            <a:avLst/>
          </a:prstGeom>
          <a:solidFill>
            <a:srgbClr val="8E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21050"/>
            <a:ext cx="8458200" cy="1215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i="0">
                <a:solidFill>
                  <a:srgbClr val="22232B"/>
                </a:solidFill>
                <a:latin typeface="Jost"/>
              </a:rPr>
              <a:t>Así preparamos nuestro workshop presencial.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C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048375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8E5A5E"/>
                </a:solidFill>
                <a:latin typeface="Jost"/>
              </a:rPr>
              <a:t>OS LEEMOS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848475"/>
            <a:ext cx="8458200" cy="1962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0" i="0">
                <a:solidFill>
                  <a:srgbClr val="22232B"/>
                </a:solidFill>
                <a:latin typeface="Bodoni Moda"/>
              </a:rPr>
              <a:t>¿Qué os gustaría </a:t>
            </a:r>
            <a:r>
              <a:rPr sz="6900" i="1">
                <a:solidFill>
                  <a:srgbClr val="8E5A5E"/>
                </a:solidFill>
                <a:latin typeface="Bodoni Moda"/>
              </a:rPr>
              <a:t>saber de nosotras</a:t>
            </a:r>
            <a:r>
              <a:rPr sz="6900" i="0">
                <a:solidFill>
                  <a:srgbClr val="22232B"/>
                </a:solidFill>
                <a:latin typeface="Bodoni Moda"/>
              </a:rPr>
              <a:t>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229725"/>
            <a:ext cx="1143000" cy="28575"/>
          </a:xfrm>
          <a:prstGeom prst="rect">
            <a:avLst/>
          </a:prstGeom>
          <a:solidFill>
            <a:srgbClr val="8E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9150" y="9677400"/>
            <a:ext cx="8639175" cy="2552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250" y="10096500"/>
            <a:ext cx="7800975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150" i="0">
                <a:solidFill>
                  <a:srgbClr val="22232B"/>
                </a:solidFill>
                <a:latin typeface="Jost"/>
              </a:rPr>
              <a:t>Preguntadnos lo que queráis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8250" y="10820400"/>
            <a:ext cx="7800975" cy="914400"/>
          </a:xfrm>
          <a:prstGeom prst="roundRect">
            <a:avLst>
              <a:gd name="adj" fmla="val 25000"/>
            </a:avLst>
          </a:prstGeom>
          <a:solidFill>
            <a:srgbClr val="F2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8250" y="10820400"/>
            <a:ext cx="780097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50" i="0">
                <a:solidFill>
                  <a:srgbClr val="6B6D78"/>
                </a:solidFill>
                <a:latin typeface="Jost"/>
              </a:rPr>
              <a:t>Escribe algo…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029325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D9A2A6"/>
                </a:solidFill>
                <a:latin typeface="Jost"/>
              </a:rPr>
              <a:t>GUÍA GRATIS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829425"/>
            <a:ext cx="8458200" cy="1962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0" i="0">
                <a:solidFill>
                  <a:srgbClr val="F3F3F5"/>
                </a:solidFill>
                <a:latin typeface="Bodoni Moda"/>
              </a:rPr>
              <a:t>¿Puedo ser </a:t>
            </a:r>
            <a:r>
              <a:rPr sz="6900" i="1">
                <a:solidFill>
                  <a:srgbClr val="D9A2A6"/>
                </a:solidFill>
                <a:latin typeface="Bodoni Moda"/>
              </a:rPr>
              <a:t>wedding planner</a:t>
            </a:r>
            <a:r>
              <a:rPr sz="6900" i="0">
                <a:solidFill>
                  <a:srgbClr val="F3F3F5"/>
                </a:solidFill>
                <a:latin typeface="Bodoni Moda"/>
              </a:rPr>
              <a:t>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210675"/>
            <a:ext cx="1143000" cy="28575"/>
          </a:xfrm>
          <a:prstGeom prst="rect">
            <a:avLst/>
          </a:prstGeom>
          <a:solidFill>
            <a:srgbClr val="D9A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658350"/>
            <a:ext cx="8458200" cy="1215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i="0">
                <a:solidFill>
                  <a:srgbClr val="F3F3F5"/>
                </a:solidFill>
                <a:latin typeface="Jost"/>
              </a:rPr>
              <a:t>7 señales de que esto es para ti. Escríbenos por DM: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48000" y="11287125"/>
            <a:ext cx="4191000" cy="9525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D9A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8000" y="11287125"/>
            <a:ext cx="4191000" cy="952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300" i="0">
                <a:solidFill>
                  <a:srgbClr val="F3F3F5"/>
                </a:solidFill>
                <a:latin typeface="Jost"/>
              </a:rPr>
              <a:t>SEÑALES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