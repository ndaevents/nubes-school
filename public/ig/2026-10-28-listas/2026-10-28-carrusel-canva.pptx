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0"/>
            <a:ext cx="9144000" cy="6429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Las dos juntas, plano medio, riendo o trabajando en una mesa con papeles y flores. Luz natural, ropa en beige, blanco o negro.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581394"/>
            <a:ext cx="9372600" cy="5229606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105650"/>
            <a:ext cx="845820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Dejamos nuestros trabajos fijos por las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bodas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2203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668000"/>
            <a:ext cx="8458200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Esta es nuestra historia 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9053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HOLA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705475"/>
            <a:ext cx="8458200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Somos Ainoa y Pilar, de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Nubes de Algodón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79152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428750"/>
            <a:ext cx="8458200" cy="7947660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428750"/>
            <a:ext cx="7315200" cy="7947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Ainoa en un montaje: con el timing en la mano o hablando con un proveedor. Sin caras de novios.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7917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AINOA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918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Antes: [su trabajo anterior].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Hoy: </a:t>
            </a:r>
            <a:r>
              <a:rPr sz="3300" i="1">
                <a:solidFill>
                  <a:srgbClr val="8E5A5E"/>
                </a:solidFill>
                <a:latin typeface="Jost"/>
              </a:rPr>
              <a:t>más de 10 años</a:t>
            </a:r>
            <a:r>
              <a:rPr sz="3300" i="0">
                <a:solidFill>
                  <a:srgbClr val="22232B"/>
                </a:solidFill>
                <a:latin typeface="Jost"/>
              </a:rPr>
              <a:t> organizando bodas.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428750"/>
            <a:ext cx="8458200" cy="7947660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428750"/>
            <a:ext cx="7315200" cy="7947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Pilar con flores o montando una mesa: detalle de manos y materiales.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7917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PILAR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918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Antes: [su trabajo anterior].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Hoy: </a:t>
            </a:r>
            <a:r>
              <a:rPr sz="3300" i="1">
                <a:solidFill>
                  <a:srgbClr val="8E5A5E"/>
                </a:solidFill>
                <a:latin typeface="Jost"/>
              </a:rPr>
              <a:t>la parte creativa</a:t>
            </a:r>
            <a:r>
              <a:rPr sz="3300" i="0">
                <a:solidFill>
                  <a:srgbClr val="22232B"/>
                </a:solidFill>
                <a:latin typeface="Jost"/>
              </a:rPr>
              <a:t> de cada boda.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0"/>
            <a:ext cx="9144000" cy="6429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Una boda en la Costa Brava al atardecer: mesa larga, velas o vista al mar. Que no se reconozca el venue ni las caras de los novios.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921115"/>
            <a:ext cx="9372600" cy="2889885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448800"/>
            <a:ext cx="8458200" cy="182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 organizamos bodas de lujo en la </a:t>
            </a:r>
            <a:r>
              <a:rPr sz="3300" i="1">
                <a:solidFill>
                  <a:srgbClr val="8E5A5E"/>
                </a:solidFill>
                <a:latin typeface="Jost"/>
              </a:rPr>
              <a:t>Costa Brava</a:t>
            </a:r>
            <a:r>
              <a:rPr sz="3300" i="0">
                <a:solidFill>
                  <a:srgbClr val="22232B"/>
                </a:solidFill>
                <a:latin typeface="Jost"/>
              </a:rPr>
              <a:t> y Barcelona para parejas de todo el mundo.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94335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NUBES DE ALGODÓN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43450"/>
            <a:ext cx="845820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Una escuela de formación para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wedding planners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7848600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96275"/>
            <a:ext cx="8458200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Nuestro programa: The Wedding Creators.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5433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¿TÚ TAMBIÉN TE LO PLANTEAS?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43400"/>
            <a:ext cx="8458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F3F3F5"/>
                </a:solidFill>
                <a:latin typeface="Bodoni Moda"/>
              </a:rPr>
              <a:t>Empieza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por aquí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657850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05525"/>
            <a:ext cx="8458200" cy="182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Te mandamos la guía «¿Puedo ser wedding planner? 7 señales de que esto es para ti». Escribe: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8343900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8343900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F3F3F5"/>
                </a:solidFill>
                <a:latin typeface="Jost"/>
              </a:rPr>
              <a:t>SEÑALES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F3F3F5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D9A2A6"/>
                </a:solidFill>
                <a:latin typeface="Bodoni Moda"/>
              </a:rPr>
              <a:t>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