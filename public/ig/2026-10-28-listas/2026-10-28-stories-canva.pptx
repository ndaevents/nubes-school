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9056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OS LEÍMOS A TODAS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05725"/>
            <a:ext cx="8458200" cy="981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¿Qué os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frena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105900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553575"/>
            <a:ext cx="8458200" cy="182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Ayer os preguntamos qué os frena para dedicaros a las bodas. Estas son las 3 respuestas que más se repiten 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47750"/>
            <a:ext cx="8458200" cy="10928223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047750"/>
            <a:ext cx="7315200" cy="10928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Captura de la respuesta de la caja (sin nombre)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920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LO QUE MÁS SE REPITE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921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«No sé por dónde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empezar</a:t>
            </a:r>
            <a:r>
              <a:rPr sz="6900" i="0">
                <a:solidFill>
                  <a:srgbClr val="22232B"/>
                </a:solidFill>
                <a:latin typeface="Bodoni Moda"/>
              </a:rPr>
              <a:t>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733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210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Nadie lo sabe al principio. Por eso hicimos un plan paso a paso.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47750"/>
            <a:ext cx="8458200" cy="10928223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047750"/>
            <a:ext cx="7315200" cy="10928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Captura de la respuesta de la caja (sin nombre)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920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LO QUE MÁS SE REPITE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921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«Me da miedo dejar mi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trabajo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733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210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No hace falta dejarlo mañana. Se puede empezar con unas horas a la semana.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47750"/>
            <a:ext cx="8458200" cy="10928223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047750"/>
            <a:ext cx="7315200" cy="10928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Captura de la respuesta de la caja (sin nombre)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920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LO QUE MÁS SE REPITE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921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«No sé si se gana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dinero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733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210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Se gana, si se cobra bien. Os lo contaremos con números reales.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0293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GUÍA GRATIS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294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F3F3F5"/>
                </a:solidFill>
                <a:latin typeface="Bodoni Moda"/>
              </a:rPr>
              <a:t>¿Puedo ser </a:t>
            </a:r>
            <a:r>
              <a:rPr sz="6900" i="1">
                <a:solidFill>
                  <a:srgbClr val="D9A2A6"/>
                </a:solidFill>
                <a:latin typeface="Bodoni Moda"/>
              </a:rPr>
              <a:t>wedding planner</a:t>
            </a:r>
            <a:r>
              <a:rPr sz="6900" i="0">
                <a:solidFill>
                  <a:srgbClr val="F3F3F5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210675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583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7 señales de que esto es para ti. Escríbenos por DM: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11287125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11287125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F3F3F5"/>
                </a:solidFill>
                <a:latin typeface="Jost"/>
              </a:rPr>
              <a:t>SEÑALES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