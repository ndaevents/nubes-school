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50" i="0">
                <a:solidFill>
                  <a:srgbClr val="F3F3F5"/>
                </a:solidFill>
                <a:latin typeface="Bodoni Moda"/>
              </a:rPr>
              <a:t>The Wedding </a:t>
            </a:r>
            <a:r>
              <a:rPr sz="8850" i="1">
                <a:solidFill>
                  <a:srgbClr val="D9A2A6"/>
                </a:solidFill>
                <a:latin typeface="Bodoni Moda"/>
              </a:rPr>
              <a:t>Creators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Quiénes somos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Alumnas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Cursos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Backstage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Guías </a:t>
            </a:r>
            <a:r>
              <a:rPr sz="9900" i="1">
                <a:solidFill>
                  <a:srgbClr val="8E5A5E"/>
                </a:solidFill>
                <a:latin typeface="Bodoni Moda"/>
              </a:rPr>
              <a:t>gratis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14500" y="0"/>
            <a:ext cx="6858000" cy="1028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0" i="0">
                <a:solidFill>
                  <a:srgbClr val="22232B"/>
                </a:solidFill>
                <a:latin typeface="Bodoni Moda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